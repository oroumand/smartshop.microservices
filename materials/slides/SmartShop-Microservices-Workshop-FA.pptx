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697ac4d1445e0" /><Relationship Type="http://schemas.openxmlformats.org/officeDocument/2006/relationships/extended-properties" Target="/docProps/app.xml" Id="Re8f54cc94e48445a" /><Relationship Type="http://schemas.openxmlformats.org/officeDocument/2006/relationships/officeDocument" Target="/ppt/presentation.xml" Id="Ref364dd17c10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0a2d4eed1497a"/>
  </p:sldMasterIdLst>
  <p:notesMasterIdLst>
    <p:notesMasterId xmlns:r="http://schemas.openxmlformats.org/officeDocument/2006/relationships" r:id="R841682723233449b"/>
  </p:notesMasterIdLst>
  <p:sldIdLst>
    <p:sldId xmlns:r="http://schemas.openxmlformats.org/officeDocument/2006/relationships" id="256" r:id="R7c311e10515644ab"/>
    <p:sldId xmlns:r="http://schemas.openxmlformats.org/officeDocument/2006/relationships" id="257" r:id="R392f7ee9c980488c"/>
    <p:sldId xmlns:r="http://schemas.openxmlformats.org/officeDocument/2006/relationships" id="258" r:id="Rda07e4f63f414942"/>
    <p:sldId xmlns:r="http://schemas.openxmlformats.org/officeDocument/2006/relationships" id="259" r:id="Rf999b73e553f40a9"/>
    <p:sldId xmlns:r="http://schemas.openxmlformats.org/officeDocument/2006/relationships" id="260" r:id="Rea358820fbe143c7"/>
    <p:sldId xmlns:r="http://schemas.openxmlformats.org/officeDocument/2006/relationships" id="261" r:id="R1694be3a575a42cd"/>
    <p:sldId xmlns:r="http://schemas.openxmlformats.org/officeDocument/2006/relationships" id="262" r:id="R7ab46dbaeebf4c85"/>
    <p:sldId xmlns:r="http://schemas.openxmlformats.org/officeDocument/2006/relationships" id="263" r:id="R6855f99e39c04898"/>
    <p:sldId xmlns:r="http://schemas.openxmlformats.org/officeDocument/2006/relationships" id="264" r:id="R5f0144b4636649da"/>
    <p:sldId xmlns:r="http://schemas.openxmlformats.org/officeDocument/2006/relationships" id="265" r:id="R748d3272a3f94692"/>
    <p:sldId xmlns:r="http://schemas.openxmlformats.org/officeDocument/2006/relationships" id="266" r:id="R31d6bf56c60c42ff"/>
    <p:sldId xmlns:r="http://schemas.openxmlformats.org/officeDocument/2006/relationships" id="267" r:id="R9b26501d1ae2414a"/>
    <p:sldId xmlns:r="http://schemas.openxmlformats.org/officeDocument/2006/relationships" id="268" r:id="R8d75e3685b0e4e5b"/>
    <p:sldId xmlns:r="http://schemas.openxmlformats.org/officeDocument/2006/relationships" id="269" r:id="Reae4a4bb6c1c436e"/>
    <p:sldId xmlns:r="http://schemas.openxmlformats.org/officeDocument/2006/relationships" id="270" r:id="R63ba6f4217434d70"/>
    <p:sldId xmlns:r="http://schemas.openxmlformats.org/officeDocument/2006/relationships" id="271" r:id="Rb64cf2aa46a94491"/>
    <p:sldId xmlns:r="http://schemas.openxmlformats.org/officeDocument/2006/relationships" id="272" r:id="Rd3650f3ff15a4b74"/>
    <p:sldId xmlns:r="http://schemas.openxmlformats.org/officeDocument/2006/relationships" id="273" r:id="R0ee011de5d9e4220"/>
    <p:sldId xmlns:r="http://schemas.openxmlformats.org/officeDocument/2006/relationships" id="274" r:id="R057185a15fec4b4e"/>
    <p:sldId xmlns:r="http://schemas.openxmlformats.org/officeDocument/2006/relationships" id="275" r:id="Rfec93f2c410e4dbd"/>
    <p:sldId xmlns:r="http://schemas.openxmlformats.org/officeDocument/2006/relationships" id="276" r:id="R7857148b9be5448d"/>
    <p:sldId xmlns:r="http://schemas.openxmlformats.org/officeDocument/2006/relationships" id="277" r:id="R7869d78f694941a7"/>
    <p:sldId xmlns:r="http://schemas.openxmlformats.org/officeDocument/2006/relationships" id="278" r:id="Rff0a5aece91b4e6f"/>
    <p:sldId xmlns:r="http://schemas.openxmlformats.org/officeDocument/2006/relationships" id="279" r:id="R7aa436a2a56f4450"/>
    <p:sldId xmlns:r="http://schemas.openxmlformats.org/officeDocument/2006/relationships" id="280" r:id="R862e6878ffd04546"/>
    <p:sldId xmlns:r="http://schemas.openxmlformats.org/officeDocument/2006/relationships" id="281" r:id="R5c02a89a754e4eca"/>
    <p:sldId xmlns:r="http://schemas.openxmlformats.org/officeDocument/2006/relationships" id="282" r:id="R12a634231ba641e2"/>
    <p:sldId xmlns:r="http://schemas.openxmlformats.org/officeDocument/2006/relationships" id="283" r:id="Rdf418a95205148f3"/>
    <p:sldId xmlns:r="http://schemas.openxmlformats.org/officeDocument/2006/relationships" id="284" r:id="R41c98a201b3b4008"/>
    <p:sldId xmlns:r="http://schemas.openxmlformats.org/officeDocument/2006/relationships" id="285" r:id="Radba3e0420a74802"/>
    <p:sldId xmlns:r="http://schemas.openxmlformats.org/officeDocument/2006/relationships" id="286" r:id="R1fd7346900ae409b"/>
    <p:sldId xmlns:r="http://schemas.openxmlformats.org/officeDocument/2006/relationships" id="287" r:id="R24ef9d8b9a2f47fb"/>
    <p:sldId xmlns:r="http://schemas.openxmlformats.org/officeDocument/2006/relationships" id="288" r:id="Rec341efce1d94e75"/>
    <p:sldId xmlns:r="http://schemas.openxmlformats.org/officeDocument/2006/relationships" id="289" r:id="R481fb5db844a408d"/>
    <p:sldId xmlns:r="http://schemas.openxmlformats.org/officeDocument/2006/relationships" id="290" r:id="Reef9ca485c5747e1"/>
    <p:sldId xmlns:r="http://schemas.openxmlformats.org/officeDocument/2006/relationships" id="291" r:id="Reb1e8bfec504458e"/>
    <p:sldId xmlns:r="http://schemas.openxmlformats.org/officeDocument/2006/relationships" id="292" r:id="Re06ee65744bb456b"/>
    <p:sldId xmlns:r="http://schemas.openxmlformats.org/officeDocument/2006/relationships" id="293" r:id="Rda9cdb41e5bb4aa5"/>
    <p:sldId xmlns:r="http://schemas.openxmlformats.org/officeDocument/2006/relationships" id="294" r:id="R9b2b67a6d992446c"/>
    <p:sldId xmlns:r="http://schemas.openxmlformats.org/officeDocument/2006/relationships" id="295" r:id="R1b1e81a6ea0740d2"/>
    <p:sldId xmlns:r="http://schemas.openxmlformats.org/officeDocument/2006/relationships" id="296" r:id="Raaa8ce31253d472e"/>
    <p:sldId xmlns:r="http://schemas.openxmlformats.org/officeDocument/2006/relationships" id="297" r:id="R6cb95bc683c24f86"/>
    <p:sldId xmlns:r="http://schemas.openxmlformats.org/officeDocument/2006/relationships" id="298" r:id="Ra514ea81b4644e27"/>
    <p:sldId xmlns:r="http://schemas.openxmlformats.org/officeDocument/2006/relationships" id="299" r:id="R7ff5252cc31c49e2"/>
    <p:sldId xmlns:r="http://schemas.openxmlformats.org/officeDocument/2006/relationships" id="300" r:id="Re774cd53c00d4721"/>
    <p:sldId xmlns:r="http://schemas.openxmlformats.org/officeDocument/2006/relationships" id="301" r:id="R16c0f0fb0ce947ab"/>
    <p:sldId xmlns:r="http://schemas.openxmlformats.org/officeDocument/2006/relationships" id="302" r:id="R3611136d331c4d64"/>
    <p:sldId xmlns:r="http://schemas.openxmlformats.org/officeDocument/2006/relationships" id="303" r:id="Ra163eb6b733f4bb9"/>
    <p:sldId xmlns:r="http://schemas.openxmlformats.org/officeDocument/2006/relationships" id="304" r:id="Rdf8f22003d714dbc"/>
    <p:sldId xmlns:r="http://schemas.openxmlformats.org/officeDocument/2006/relationships" id="305" r:id="R7ccdf2bbeb29469d"/>
    <p:sldId xmlns:r="http://schemas.openxmlformats.org/officeDocument/2006/relationships" id="306" r:id="Rc2fd02aa3fcd454f"/>
    <p:sldId xmlns:r="http://schemas.openxmlformats.org/officeDocument/2006/relationships" id="307" r:id="R756141c153524388"/>
    <p:sldId xmlns:r="http://schemas.openxmlformats.org/officeDocument/2006/relationships" id="308" r:id="R8e8d0e4f6abc4106"/>
    <p:sldId xmlns:r="http://schemas.openxmlformats.org/officeDocument/2006/relationships" id="309" r:id="Ra03cbc41d8bf4c61"/>
    <p:sldId xmlns:r="http://schemas.openxmlformats.org/officeDocument/2006/relationships" id="310" r:id="Ra5c088e01a564608"/>
    <p:sldId xmlns:r="http://schemas.openxmlformats.org/officeDocument/2006/relationships" id="311" r:id="R7f1f651303d04795"/>
    <p:sldId xmlns:r="http://schemas.openxmlformats.org/officeDocument/2006/relationships" id="312" r:id="R9cf53b344b884bd8"/>
    <p:sldId xmlns:r="http://schemas.openxmlformats.org/officeDocument/2006/relationships" id="313" r:id="R730248d36bf14ffa"/>
    <p:sldId xmlns:r="http://schemas.openxmlformats.org/officeDocument/2006/relationships" id="314" r:id="R817eae5b7d0c470b"/>
    <p:sldId xmlns:r="http://schemas.openxmlformats.org/officeDocument/2006/relationships" id="315" r:id="R07924945c3c74625"/>
    <p:sldId xmlns:r="http://schemas.openxmlformats.org/officeDocument/2006/relationships" id="316" r:id="Rf9fc26260390412e"/>
    <p:sldId xmlns:r="http://schemas.openxmlformats.org/officeDocument/2006/relationships" id="317" r:id="Rf64b995c62d948d6"/>
    <p:sldId xmlns:r="http://schemas.openxmlformats.org/officeDocument/2006/relationships" id="318" r:id="Rcb5bcc04488d47e9"/>
    <p:sldId xmlns:r="http://schemas.openxmlformats.org/officeDocument/2006/relationships" id="319" r:id="R147c0d30946841ad"/>
    <p:sldId xmlns:r="http://schemas.openxmlformats.org/officeDocument/2006/relationships" id="320" r:id="R68bf07c1a52244d1"/>
    <p:sldId xmlns:r="http://schemas.openxmlformats.org/officeDocument/2006/relationships" id="321" r:id="Rad79276ba6794621"/>
    <p:sldId xmlns:r="http://schemas.openxmlformats.org/officeDocument/2006/relationships" id="322" r:id="R0812f9b9ab8a4afe"/>
    <p:sldId xmlns:r="http://schemas.openxmlformats.org/officeDocument/2006/relationships" id="323" r:id="R16a3df2f9eee407d"/>
    <p:sldId xmlns:r="http://schemas.openxmlformats.org/officeDocument/2006/relationships" id="324" r:id="R0ad4ad9c680e4a34"/>
    <p:sldId xmlns:r="http://schemas.openxmlformats.org/officeDocument/2006/relationships" id="325" r:id="Ra26be72822b3466e"/>
    <p:sldId xmlns:r="http://schemas.openxmlformats.org/officeDocument/2006/relationships" id="326" r:id="R604b0ed5a8b147e5"/>
    <p:sldId xmlns:r="http://schemas.openxmlformats.org/officeDocument/2006/relationships" id="327" r:id="R1cfe39b0e4be45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783f4b3a14ec2" /><Relationship Type="http://schemas.openxmlformats.org/officeDocument/2006/relationships/slideMaster" Target="/ppt/slideMasters/slideMaster1.xml" Id="Ref90a2d4eed1497a" /><Relationship Type="http://schemas.openxmlformats.org/officeDocument/2006/relationships/notesMaster" Target="/ppt/notesMasters/notesMaster1.xml" Id="R841682723233449b" /><Relationship Type="http://schemas.openxmlformats.org/officeDocument/2006/relationships/presProps" Target="/ppt/presProps.xml" Id="Rfbfb6234f1d249e0" /><Relationship Type="http://schemas.openxmlformats.org/officeDocument/2006/relationships/tableStyles" Target="/ppt/tableStyles.xml" Id="Rbcc90df8a5ea4521" /><Relationship Type="http://schemas.openxmlformats.org/officeDocument/2006/relationships/slide" Target="/ppt/slides/slide1.xml" Id="R7c311e10515644ab" /><Relationship Type="http://schemas.openxmlformats.org/officeDocument/2006/relationships/slide" Target="/ppt/slides/slide2.xml" Id="R392f7ee9c980488c" /><Relationship Type="http://schemas.openxmlformats.org/officeDocument/2006/relationships/slide" Target="/ppt/slides/slide3.xml" Id="Rda07e4f63f414942" /><Relationship Type="http://schemas.openxmlformats.org/officeDocument/2006/relationships/slide" Target="/ppt/slides/slide4.xml" Id="Rf999b73e553f40a9" /><Relationship Type="http://schemas.openxmlformats.org/officeDocument/2006/relationships/slide" Target="/ppt/slides/slide5.xml" Id="Rea358820fbe143c7" /><Relationship Type="http://schemas.openxmlformats.org/officeDocument/2006/relationships/slide" Target="/ppt/slides/slide6.xml" Id="R1694be3a575a42cd" /><Relationship Type="http://schemas.openxmlformats.org/officeDocument/2006/relationships/slide" Target="/ppt/slides/slide7.xml" Id="R7ab46dbaeebf4c85" /><Relationship Type="http://schemas.openxmlformats.org/officeDocument/2006/relationships/slide" Target="/ppt/slides/slide8.xml" Id="R6855f99e39c04898" /><Relationship Type="http://schemas.openxmlformats.org/officeDocument/2006/relationships/slide" Target="/ppt/slides/slide9.xml" Id="R5f0144b4636649da" /><Relationship Type="http://schemas.openxmlformats.org/officeDocument/2006/relationships/slide" Target="/ppt/slides/slide10.xml" Id="R748d3272a3f94692" /><Relationship Type="http://schemas.openxmlformats.org/officeDocument/2006/relationships/slide" Target="/ppt/slides/slide11.xml" Id="R31d6bf56c60c42ff" /><Relationship Type="http://schemas.openxmlformats.org/officeDocument/2006/relationships/slide" Target="/ppt/slides/slide12.xml" Id="R9b26501d1ae2414a" /><Relationship Type="http://schemas.openxmlformats.org/officeDocument/2006/relationships/slide" Target="/ppt/slides/slide13.xml" Id="R8d75e3685b0e4e5b" /><Relationship Type="http://schemas.openxmlformats.org/officeDocument/2006/relationships/slide" Target="/ppt/slides/slide14.xml" Id="Reae4a4bb6c1c436e" /><Relationship Type="http://schemas.openxmlformats.org/officeDocument/2006/relationships/slide" Target="/ppt/slides/slide15.xml" Id="R63ba6f4217434d70" /><Relationship Type="http://schemas.openxmlformats.org/officeDocument/2006/relationships/slide" Target="/ppt/slides/slide16.xml" Id="Rb64cf2aa46a94491" /><Relationship Type="http://schemas.openxmlformats.org/officeDocument/2006/relationships/slide" Target="/ppt/slides/slide17.xml" Id="Rd3650f3ff15a4b74" /><Relationship Type="http://schemas.openxmlformats.org/officeDocument/2006/relationships/slide" Target="/ppt/slides/slide18.xml" Id="R0ee011de5d9e4220" /><Relationship Type="http://schemas.openxmlformats.org/officeDocument/2006/relationships/slide" Target="/ppt/slides/slide19.xml" Id="R057185a15fec4b4e" /><Relationship Type="http://schemas.openxmlformats.org/officeDocument/2006/relationships/slide" Target="/ppt/slides/slide20.xml" Id="Rfec93f2c410e4dbd" /><Relationship Type="http://schemas.openxmlformats.org/officeDocument/2006/relationships/slide" Target="/ppt/slides/slide21.xml" Id="R7857148b9be5448d" /><Relationship Type="http://schemas.openxmlformats.org/officeDocument/2006/relationships/slide" Target="/ppt/slides/slide22.xml" Id="R7869d78f694941a7" /><Relationship Type="http://schemas.openxmlformats.org/officeDocument/2006/relationships/slide" Target="/ppt/slides/slide23.xml" Id="Rff0a5aece91b4e6f" /><Relationship Type="http://schemas.openxmlformats.org/officeDocument/2006/relationships/slide" Target="/ppt/slides/slide24.xml" Id="R7aa436a2a56f4450" /><Relationship Type="http://schemas.openxmlformats.org/officeDocument/2006/relationships/slide" Target="/ppt/slides/slide25.xml" Id="R862e6878ffd04546" /><Relationship Type="http://schemas.openxmlformats.org/officeDocument/2006/relationships/slide" Target="/ppt/slides/slide26.xml" Id="R5c02a89a754e4eca" /><Relationship Type="http://schemas.openxmlformats.org/officeDocument/2006/relationships/slide" Target="/ppt/slides/slide27.xml" Id="R12a634231ba641e2" /><Relationship Type="http://schemas.openxmlformats.org/officeDocument/2006/relationships/slide" Target="/ppt/slides/slide28.xml" Id="Rdf418a95205148f3" /><Relationship Type="http://schemas.openxmlformats.org/officeDocument/2006/relationships/slide" Target="/ppt/slides/slide29.xml" Id="R41c98a201b3b4008" /><Relationship Type="http://schemas.openxmlformats.org/officeDocument/2006/relationships/slide" Target="/ppt/slides/slide30.xml" Id="Radba3e0420a74802" /><Relationship Type="http://schemas.openxmlformats.org/officeDocument/2006/relationships/slide" Target="/ppt/slides/slide31.xml" Id="R1fd7346900ae409b" /><Relationship Type="http://schemas.openxmlformats.org/officeDocument/2006/relationships/slide" Target="/ppt/slides/slide32.xml" Id="R24ef9d8b9a2f47fb" /><Relationship Type="http://schemas.openxmlformats.org/officeDocument/2006/relationships/slide" Target="/ppt/slides/slide33.xml" Id="Rec341efce1d94e75" /><Relationship Type="http://schemas.openxmlformats.org/officeDocument/2006/relationships/slide" Target="/ppt/slides/slide34.xml" Id="R481fb5db844a408d" /><Relationship Type="http://schemas.openxmlformats.org/officeDocument/2006/relationships/slide" Target="/ppt/slides/slide35.xml" Id="Reef9ca485c5747e1" /><Relationship Type="http://schemas.openxmlformats.org/officeDocument/2006/relationships/slide" Target="/ppt/slides/slide36.xml" Id="Reb1e8bfec504458e" /><Relationship Type="http://schemas.openxmlformats.org/officeDocument/2006/relationships/slide" Target="/ppt/slides/slide37.xml" Id="Re06ee65744bb456b" /><Relationship Type="http://schemas.openxmlformats.org/officeDocument/2006/relationships/slide" Target="/ppt/slides/slide38.xml" Id="Rda9cdb41e5bb4aa5" /><Relationship Type="http://schemas.openxmlformats.org/officeDocument/2006/relationships/slide" Target="/ppt/slides/slide39.xml" Id="R9b2b67a6d992446c" /><Relationship Type="http://schemas.openxmlformats.org/officeDocument/2006/relationships/slide" Target="/ppt/slides/slide40.xml" Id="R1b1e81a6ea0740d2" /><Relationship Type="http://schemas.openxmlformats.org/officeDocument/2006/relationships/slide" Target="/ppt/slides/slide41.xml" Id="Raaa8ce31253d472e" /><Relationship Type="http://schemas.openxmlformats.org/officeDocument/2006/relationships/slide" Target="/ppt/slides/slide42.xml" Id="R6cb95bc683c24f86" /><Relationship Type="http://schemas.openxmlformats.org/officeDocument/2006/relationships/slide" Target="/ppt/slides/slide43.xml" Id="Ra514ea81b4644e27" /><Relationship Type="http://schemas.openxmlformats.org/officeDocument/2006/relationships/slide" Target="/ppt/slides/slide44.xml" Id="R7ff5252cc31c49e2" /><Relationship Type="http://schemas.openxmlformats.org/officeDocument/2006/relationships/slide" Target="/ppt/slides/slide45.xml" Id="Re774cd53c00d4721" /><Relationship Type="http://schemas.openxmlformats.org/officeDocument/2006/relationships/slide" Target="/ppt/slides/slide46.xml" Id="R16c0f0fb0ce947ab" /><Relationship Type="http://schemas.openxmlformats.org/officeDocument/2006/relationships/slide" Target="/ppt/slides/slide47.xml" Id="R3611136d331c4d64" /><Relationship Type="http://schemas.openxmlformats.org/officeDocument/2006/relationships/slide" Target="/ppt/slides/slide48.xml" Id="Ra163eb6b733f4bb9" /><Relationship Type="http://schemas.openxmlformats.org/officeDocument/2006/relationships/slide" Target="/ppt/slides/slide49.xml" Id="Rdf8f22003d714dbc" /><Relationship Type="http://schemas.openxmlformats.org/officeDocument/2006/relationships/slide" Target="/ppt/slides/slide50.xml" Id="R7ccdf2bbeb29469d" /><Relationship Type="http://schemas.openxmlformats.org/officeDocument/2006/relationships/slide" Target="/ppt/slides/slide51.xml" Id="Rc2fd02aa3fcd454f" /><Relationship Type="http://schemas.openxmlformats.org/officeDocument/2006/relationships/slide" Target="/ppt/slides/slide52.xml" Id="R756141c153524388" /><Relationship Type="http://schemas.openxmlformats.org/officeDocument/2006/relationships/slide" Target="/ppt/slides/slide53.xml" Id="R8e8d0e4f6abc4106" /><Relationship Type="http://schemas.openxmlformats.org/officeDocument/2006/relationships/slide" Target="/ppt/slides/slide54.xml" Id="Ra03cbc41d8bf4c61" /><Relationship Type="http://schemas.openxmlformats.org/officeDocument/2006/relationships/slide" Target="/ppt/slides/slide55.xml" Id="Ra5c088e01a564608" /><Relationship Type="http://schemas.openxmlformats.org/officeDocument/2006/relationships/slide" Target="/ppt/slides/slide56.xml" Id="R7f1f651303d04795" /><Relationship Type="http://schemas.openxmlformats.org/officeDocument/2006/relationships/slide" Target="/ppt/slides/slide57.xml" Id="R9cf53b344b884bd8" /><Relationship Type="http://schemas.openxmlformats.org/officeDocument/2006/relationships/slide" Target="/ppt/slides/slide58.xml" Id="R730248d36bf14ffa" /><Relationship Type="http://schemas.openxmlformats.org/officeDocument/2006/relationships/slide" Target="/ppt/slides/slide59.xml" Id="R817eae5b7d0c470b" /><Relationship Type="http://schemas.openxmlformats.org/officeDocument/2006/relationships/slide" Target="/ppt/slides/slide60.xml" Id="R07924945c3c74625" /><Relationship Type="http://schemas.openxmlformats.org/officeDocument/2006/relationships/slide" Target="/ppt/slides/slide61.xml" Id="Rf9fc26260390412e" /><Relationship Type="http://schemas.openxmlformats.org/officeDocument/2006/relationships/slide" Target="/ppt/slides/slide62.xml" Id="Rf64b995c62d948d6" /><Relationship Type="http://schemas.openxmlformats.org/officeDocument/2006/relationships/slide" Target="/ppt/slides/slide63.xml" Id="Rcb5bcc04488d47e9" /><Relationship Type="http://schemas.openxmlformats.org/officeDocument/2006/relationships/slide" Target="/ppt/slides/slide64.xml" Id="R147c0d30946841ad" /><Relationship Type="http://schemas.openxmlformats.org/officeDocument/2006/relationships/slide" Target="/ppt/slides/slide65.xml" Id="R68bf07c1a52244d1" /><Relationship Type="http://schemas.openxmlformats.org/officeDocument/2006/relationships/slide" Target="/ppt/slides/slide66.xml" Id="Rad79276ba6794621" /><Relationship Type="http://schemas.openxmlformats.org/officeDocument/2006/relationships/slide" Target="/ppt/slides/slide67.xml" Id="R0812f9b9ab8a4afe" /><Relationship Type="http://schemas.openxmlformats.org/officeDocument/2006/relationships/slide" Target="/ppt/slides/slide68.xml" Id="R16a3df2f9eee407d" /><Relationship Type="http://schemas.openxmlformats.org/officeDocument/2006/relationships/slide" Target="/ppt/slides/slide69.xml" Id="R0ad4ad9c680e4a34" /><Relationship Type="http://schemas.openxmlformats.org/officeDocument/2006/relationships/slide" Target="/ppt/slides/slide70.xml" Id="Ra26be72822b3466e" /><Relationship Type="http://schemas.openxmlformats.org/officeDocument/2006/relationships/slide" Target="/ppt/slides/slide71.xml" Id="R604b0ed5a8b147e5" /><Relationship Type="http://schemas.openxmlformats.org/officeDocument/2006/relationships/slide" Target="/ppt/slides/slide72.xml" Id="R1cfe39b0e4be45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f0173f32747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1ccc95abb841e1" /><Relationship Type="http://schemas.openxmlformats.org/officeDocument/2006/relationships/notesMaster" Target="/ppt/notesMasters/notesMaster1.xml" Id="R88bba2ea390c47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0d07ed79246ff" /><Relationship Type="http://schemas.openxmlformats.org/officeDocument/2006/relationships/notesMaster" Target="/ppt/notesMasters/notesMaster1.xml" Id="R4b617ef2614d4a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74d3be1b04bbd" /><Relationship Type="http://schemas.openxmlformats.org/officeDocument/2006/relationships/notesMaster" Target="/ppt/notesMasters/notesMaster1.xml" Id="R070c84f16d484d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d3a50578149f5" /><Relationship Type="http://schemas.openxmlformats.org/officeDocument/2006/relationships/notesMaster" Target="/ppt/notesMasters/notesMaster1.xml" Id="Ra405cc036a74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9b6523c7a4407" /><Relationship Type="http://schemas.openxmlformats.org/officeDocument/2006/relationships/notesMaster" Target="/ppt/notesMasters/notesMaster1.xml" Id="R764ade5338f24a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94435536a4f87" /><Relationship Type="http://schemas.openxmlformats.org/officeDocument/2006/relationships/notesMaster" Target="/ppt/notesMasters/notesMaster1.xml" Id="Rafd1a696bb30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a9bdb24e34125" /><Relationship Type="http://schemas.openxmlformats.org/officeDocument/2006/relationships/notesMaster" Target="/ppt/notesMasters/notesMaster1.xml" Id="R3dfe9389db2d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0caa62f6646f7" /><Relationship Type="http://schemas.openxmlformats.org/officeDocument/2006/relationships/notesMaster" Target="/ppt/notesMasters/notesMaster1.xml" Id="Re1067216239f40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811433721d4e26" /><Relationship Type="http://schemas.openxmlformats.org/officeDocument/2006/relationships/notesMaster" Target="/ppt/notesMasters/notesMaster1.xml" Id="Rede1cfe1e3c049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4349ecc8034537" /><Relationship Type="http://schemas.openxmlformats.org/officeDocument/2006/relationships/notesMaster" Target="/ppt/notesMasters/notesMaster1.xml" Id="R7a8681f1b3ce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636313be334cb6" /><Relationship Type="http://schemas.openxmlformats.org/officeDocument/2006/relationships/notesMaster" Target="/ppt/notesMasters/notesMaster1.xml" Id="R64293aaf4a494f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ba875ba68e4251" /><Relationship Type="http://schemas.openxmlformats.org/officeDocument/2006/relationships/notesMaster" Target="/ppt/notesMasters/notesMaster1.xml" Id="R11a5ea7c8dde47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239e5055154e45" /><Relationship Type="http://schemas.openxmlformats.org/officeDocument/2006/relationships/notesMaster" Target="/ppt/notesMasters/notesMaster1.xml" Id="R4ae28276b16c46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2e647ec80d43b6" /><Relationship Type="http://schemas.openxmlformats.org/officeDocument/2006/relationships/notesMaster" Target="/ppt/notesMasters/notesMaster1.xml" Id="R7225a2f6d4e74c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c88586278b44f9" /><Relationship Type="http://schemas.openxmlformats.org/officeDocument/2006/relationships/notesMaster" Target="/ppt/notesMasters/notesMaster1.xml" Id="Rcc488970571144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a369a328d140c3" /><Relationship Type="http://schemas.openxmlformats.org/officeDocument/2006/relationships/notesMaster" Target="/ppt/notesMasters/notesMaster1.xml" Id="R54949af0806a4a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de337ef37a4488" /><Relationship Type="http://schemas.openxmlformats.org/officeDocument/2006/relationships/notesMaster" Target="/ppt/notesMasters/notesMaster1.xml" Id="Rd4bfee45949042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c38304c74c469a" /><Relationship Type="http://schemas.openxmlformats.org/officeDocument/2006/relationships/notesMaster" Target="/ppt/notesMasters/notesMaster1.xml" Id="Rd9cb98c9364d41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5beda867474c89" /><Relationship Type="http://schemas.openxmlformats.org/officeDocument/2006/relationships/notesMaster" Target="/ppt/notesMasters/notesMaster1.xml" Id="R972e0a4cf65349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942f80d59846db" /><Relationship Type="http://schemas.openxmlformats.org/officeDocument/2006/relationships/notesMaster" Target="/ppt/notesMasters/notesMaster1.xml" Id="R8333c1b5e1fd40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d2b438086b49ba" /><Relationship Type="http://schemas.openxmlformats.org/officeDocument/2006/relationships/notesMaster" Target="/ppt/notesMasters/notesMaster1.xml" Id="R1086276f20af49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3d15e4a70d4ac5" /><Relationship Type="http://schemas.openxmlformats.org/officeDocument/2006/relationships/notesMaster" Target="/ppt/notesMasters/notesMaster1.xml" Id="R440d8063adf74f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2f630c6ae041dc" /><Relationship Type="http://schemas.openxmlformats.org/officeDocument/2006/relationships/notesMaster" Target="/ppt/notesMasters/notesMaster1.xml" Id="R3a08f675987d46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448ae621d746d1" /><Relationship Type="http://schemas.openxmlformats.org/officeDocument/2006/relationships/notesMaster" Target="/ppt/notesMasters/notesMaster1.xml" Id="R68b2c5028fd14c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13063c6b2b4b8a" /><Relationship Type="http://schemas.openxmlformats.org/officeDocument/2006/relationships/notesMaster" Target="/ppt/notesMasters/notesMaster1.xml" Id="Rd3a54f44018a40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237ad2f69747f4" /><Relationship Type="http://schemas.openxmlformats.org/officeDocument/2006/relationships/notesMaster" Target="/ppt/notesMasters/notesMaster1.xml" Id="R135d2c8677a24d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da8b5154184400" /><Relationship Type="http://schemas.openxmlformats.org/officeDocument/2006/relationships/notesMaster" Target="/ppt/notesMasters/notesMaster1.xml" Id="R56039a89e8e8451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14943e14604ffd" /><Relationship Type="http://schemas.openxmlformats.org/officeDocument/2006/relationships/notesMaster" Target="/ppt/notesMasters/notesMaster1.xml" Id="R33d26c352a3849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bf51545838345f5" /><Relationship Type="http://schemas.openxmlformats.org/officeDocument/2006/relationships/notesMaster" Target="/ppt/notesMasters/notesMaster1.xml" Id="R7f0da1a7618f4b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2c1b2a57834338" /><Relationship Type="http://schemas.openxmlformats.org/officeDocument/2006/relationships/notesMaster" Target="/ppt/notesMasters/notesMaster1.xml" Id="R7b781eec87d047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81fe46932e4cd7" /><Relationship Type="http://schemas.openxmlformats.org/officeDocument/2006/relationships/notesMaster" Target="/ppt/notesMasters/notesMaster1.xml" Id="R84a9219f68ff4c5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9ecd950c444df9" /><Relationship Type="http://schemas.openxmlformats.org/officeDocument/2006/relationships/notesMaster" Target="/ppt/notesMasters/notesMaster1.xml" Id="R8f10df85e53c4d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111d2cd4b44da4" /><Relationship Type="http://schemas.openxmlformats.org/officeDocument/2006/relationships/notesMaster" Target="/ppt/notesMasters/notesMaster1.xml" Id="Re387190a60894b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74760173e0442f" /><Relationship Type="http://schemas.openxmlformats.org/officeDocument/2006/relationships/notesMaster" Target="/ppt/notesMasters/notesMaster1.xml" Id="Raca5ee6713d34ff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5a2dacac5024992" /><Relationship Type="http://schemas.openxmlformats.org/officeDocument/2006/relationships/notesMaster" Target="/ppt/notesMasters/notesMaster1.xml" Id="R4a5716154456465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f75e6daeea74850" /><Relationship Type="http://schemas.openxmlformats.org/officeDocument/2006/relationships/notesMaster" Target="/ppt/notesMasters/notesMaster1.xml" Id="Rfee567b8564b45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47d0ad9c0b6437b" /><Relationship Type="http://schemas.openxmlformats.org/officeDocument/2006/relationships/notesMaster" Target="/ppt/notesMasters/notesMaster1.xml" Id="R8594ec6ed75a4e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2f7a8edf420456c" /><Relationship Type="http://schemas.openxmlformats.org/officeDocument/2006/relationships/notesMaster" Target="/ppt/notesMasters/notesMaster1.xml" Id="R269c301e9fc64c7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21ea88796d24cac" /><Relationship Type="http://schemas.openxmlformats.org/officeDocument/2006/relationships/notesMaster" Target="/ppt/notesMasters/notesMaster1.xml" Id="R1241f746a485445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6bfd89728fe428d" /><Relationship Type="http://schemas.openxmlformats.org/officeDocument/2006/relationships/notesMaster" Target="/ppt/notesMasters/notesMaster1.xml" Id="R1ba0891d59e247d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fa129b675a9424a" /><Relationship Type="http://schemas.openxmlformats.org/officeDocument/2006/relationships/notesMaster" Target="/ppt/notesMasters/notesMaster1.xml" Id="Re9748a5f7fb945c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3a79751c8b94657" /><Relationship Type="http://schemas.openxmlformats.org/officeDocument/2006/relationships/notesMaster" Target="/ppt/notesMasters/notesMaster1.xml" Id="Re07feb5e381748d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bf99d57d1f94dd9" /><Relationship Type="http://schemas.openxmlformats.org/officeDocument/2006/relationships/notesMaster" Target="/ppt/notesMasters/notesMaster1.xml" Id="R604e69e4d1ab400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1914f09443c4a84" /><Relationship Type="http://schemas.openxmlformats.org/officeDocument/2006/relationships/notesMaster" Target="/ppt/notesMasters/notesMaster1.xml" Id="R8326a499dccb4f8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4d94f244ec403b" /><Relationship Type="http://schemas.openxmlformats.org/officeDocument/2006/relationships/notesMaster" Target="/ppt/notesMasters/notesMaster1.xml" Id="R91cb6a8ed8b2411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2727e69acb043ed" /><Relationship Type="http://schemas.openxmlformats.org/officeDocument/2006/relationships/notesMaster" Target="/ppt/notesMasters/notesMaster1.xml" Id="Rc4f0a5677db24e8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b52dd5680eb4136" /><Relationship Type="http://schemas.openxmlformats.org/officeDocument/2006/relationships/notesMaster" Target="/ppt/notesMasters/notesMaster1.xml" Id="R5cdd99dadcf64c7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97920e912bb46d7" /><Relationship Type="http://schemas.openxmlformats.org/officeDocument/2006/relationships/notesMaster" Target="/ppt/notesMasters/notesMaster1.xml" Id="R15589b9de32f407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b78efe6cdb841c0" /><Relationship Type="http://schemas.openxmlformats.org/officeDocument/2006/relationships/notesMaster" Target="/ppt/notesMasters/notesMaster1.xml" Id="R8152203cb3c4450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5eb0fcc53de4d2f" /><Relationship Type="http://schemas.openxmlformats.org/officeDocument/2006/relationships/notesMaster" Target="/ppt/notesMasters/notesMaster1.xml" Id="R12a8dd5f68fe425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6f4b447434449e6" /><Relationship Type="http://schemas.openxmlformats.org/officeDocument/2006/relationships/notesMaster" Target="/ppt/notesMasters/notesMaster1.xml" Id="R9d1296ffac2042d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14aef5a06a5456a" /><Relationship Type="http://schemas.openxmlformats.org/officeDocument/2006/relationships/notesMaster" Target="/ppt/notesMasters/notesMaster1.xml" Id="Rc928ea1f20904fe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95e916d7b474323" /><Relationship Type="http://schemas.openxmlformats.org/officeDocument/2006/relationships/notesMaster" Target="/ppt/notesMasters/notesMaster1.xml" Id="R8d4ce60892e84cc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3abfc320e83471b" /><Relationship Type="http://schemas.openxmlformats.org/officeDocument/2006/relationships/notesMaster" Target="/ppt/notesMasters/notesMaster1.xml" Id="R4268a7fff89c4c2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9f44ef3482e4b7d" /><Relationship Type="http://schemas.openxmlformats.org/officeDocument/2006/relationships/notesMaster" Target="/ppt/notesMasters/notesMaster1.xml" Id="R59a1267164584d7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c9a8d99e31848f0" /><Relationship Type="http://schemas.openxmlformats.org/officeDocument/2006/relationships/notesMaster" Target="/ppt/notesMasters/notesMaster1.xml" Id="R1ea514cd9598401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4a24256018940f6" /><Relationship Type="http://schemas.openxmlformats.org/officeDocument/2006/relationships/notesMaster" Target="/ppt/notesMasters/notesMaster1.xml" Id="Rc70723eb4b34456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3a7d399cecb44a9" /><Relationship Type="http://schemas.openxmlformats.org/officeDocument/2006/relationships/notesMaster" Target="/ppt/notesMasters/notesMaster1.xml" Id="Rb5a377e31602424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48c7ed0f6e9447e" /><Relationship Type="http://schemas.openxmlformats.org/officeDocument/2006/relationships/notesMaster" Target="/ppt/notesMasters/notesMaster1.xml" Id="Rbf1628d17cef4df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5bda71d2d8f469d" /><Relationship Type="http://schemas.openxmlformats.org/officeDocument/2006/relationships/notesMaster" Target="/ppt/notesMasters/notesMaster1.xml" Id="R44ea96336ff9427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3c475ba38704a58" /><Relationship Type="http://schemas.openxmlformats.org/officeDocument/2006/relationships/notesMaster" Target="/ppt/notesMasters/notesMaster1.xml" Id="R4c8411c93eb1432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25874e988dd465b" /><Relationship Type="http://schemas.openxmlformats.org/officeDocument/2006/relationships/notesMaster" Target="/ppt/notesMasters/notesMaster1.xml" Id="R5022eda946c344e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379e00cfe80423d" /><Relationship Type="http://schemas.openxmlformats.org/officeDocument/2006/relationships/notesMaster" Target="/ppt/notesMasters/notesMaster1.xml" Id="R96462ef389284e7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fa25d79e0db40e0" /><Relationship Type="http://schemas.openxmlformats.org/officeDocument/2006/relationships/notesMaster" Target="/ppt/notesMasters/notesMaster1.xml" Id="R3acc8e11334c4cb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d6cc5c95839401c" /><Relationship Type="http://schemas.openxmlformats.org/officeDocument/2006/relationships/notesMaster" Target="/ppt/notesMasters/notesMaster1.xml" Id="Rd824ae8a069c47f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0a9e732dcd9459a" /><Relationship Type="http://schemas.openxmlformats.org/officeDocument/2006/relationships/notesMaster" Target="/ppt/notesMasters/notesMaster1.xml" Id="R300ead1bb92b468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64387e3997a45f2" /><Relationship Type="http://schemas.openxmlformats.org/officeDocument/2006/relationships/notesMaster" Target="/ppt/notesMasters/notesMaster1.xml" Id="Re0b0a661e965458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f24fe8ec509425e" /><Relationship Type="http://schemas.openxmlformats.org/officeDocument/2006/relationships/notesMaster" Target="/ppt/notesMasters/notesMaster1.xml" Id="Rc8833d015c044a8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29fdfbf46a84e87" /><Relationship Type="http://schemas.openxmlformats.org/officeDocument/2006/relationships/notesMaster" Target="/ppt/notesMasters/notesMaster1.xml" Id="Rce587c735e13495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54ede823c924c6c" /><Relationship Type="http://schemas.openxmlformats.org/officeDocument/2006/relationships/notesMaster" Target="/ppt/notesMasters/notesMaster1.xml" Id="R87c1883521ec46b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e6a1acdb8aa4190" /><Relationship Type="http://schemas.openxmlformats.org/officeDocument/2006/relationships/notesMaster" Target="/ppt/notesMasters/notesMaster1.xml" Id="R0b379f30019f48c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1600a88ed12a4d21" /><Relationship Type="http://schemas.openxmlformats.org/officeDocument/2006/relationships/notesMaster" Target="/ppt/notesMasters/notesMaster1.xml" Id="R20a84d3901dd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کارگاه ادامه‌ی مستقیم کارگاه Modular Monolith است. امروز قرار نیست صرفاً چند پروژه‌ی جدا بسازیم؛ قرار است هزینه و دلیل هر جداسازی را ببینیم.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Microservices هدف نیست؛ ابزاری برای استقلال است. اگر مرز و مالکیت روشن نباشد، فقط شبکه را به مشکلات قبلی اضافه کرده‌ایم.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https://learn.microsoft.com/en-us/azure/architecture/guide/architecture-styles/microservices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فقط نتیجه را preview کنید. جزئیات مسیر مهاجرت و Reliability را در جلسات بعد باز می‌کنیم.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https://learn.microsoft.com/en-us/aspnet/core/fundamentals/servers/yarp/getting-started?view=aspnetcore-10.0</a:t>
            </a:r>
          </a:p>
          <a:p xmlns:a="http://schemas.openxmlformats.org/drawingml/2006/main">
            <a:r>
              <a:t>- https://www.rabbitmq.com/client-libraries/dotnet-api-guide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پاسخ مدرس قبل از تمرین نمایش داده نمی‌شود. هدف این است که تئوری پاسخ یک درد واقعی باشد، نه فهرست واژه‌ها.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هر جلسه دو ساعت و شامل یک استراحت پنج‌دقیقه‌ای است. هر جلسه با Exit Ticket بسته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هدف جلسه: مرز Loyalty را از روی نیاز کسب‌وکار و ویژگی‌های معماری پیدا کنیم.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معماری قبلی شکست‌خورده نیست. Modular Monolith نقطه‌ی شروع سالم و قابل‌استخراج ماست.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فعلاً هیچ نام تکنیکی مطرح نکنید. از کلاس بخواهید سؤال‌هایی را پیدا کند که طراحی را عوض می‌کنند.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چهار constraint مبنای تمام تصمیم‌های بعدی‌اند؛ نه علاقه‌ی ما به ابزارها.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گروه‌ها هنوز حق انتخاب تکنولوژی ندارند. فقط ابهام‌ها و فرض‌ها را ثبت کنند.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پاسخ مرجع: trigger=PaymentSucceeded، فقط مشتری شناخته‌شده، eventual consistency پذیرفتنی، نسخه‌ی اول فقط 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سه مرز را جدا کنید: logical boundary، runtime boundary و ownership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اندازه‌ی کد معیار نیست. قابلیت کسب‌وکار و تغییرات هم‌جهت، سرنخ قوی‌تری هستند.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https://learn.microsoft.com/en-us/azure/architecture/microservices/model/domain-analysis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برای هر استقلالی که می‌خریم، هزینه‌ی عملیاتی پرداخت می‌کنیم. این تراز در پایان دوباره سنجیده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https://learn.microsoft.com/en-us/azure/architecture/guide/architecture-styles/microservices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اعداد اندازه‌گیری علمی نیستند؛ فقط ترتیب اولویت برای بحث‌اند. از کلاس بخواهید یک ویژگی حذف‌شده را پیشنهاد 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به کلاس اجازه دهید گزینه‌ی سوم را انتخاب کند. معیار ارزیابی، کیفیت شواهد است نه یک پاسخ از پیش‌تعیین‌شده.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تصمیم مرزی باید به evidence متصل شود. تغییر مستقل و نیاز availability مهم‌ترین شواهد سناریوی ما هستند.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Async فقط coupling زمانی را کاهش می‌دهد؛ coupling قراردادی و سازمانی همچنان باقی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چیزهایی را کنار هم بگذار که با هم تغییر می‌کنند. heatmap صرفاً ابزار گفت‌وگو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Ownership با read access فرق دارد. سرویس دیگر ممکن است یک reference داشته باشد، اما حق mutation یا join مستقیم ندارد.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https://learn.microsoft.com/en-us/azure/architecture/microservices/design/data-considerations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cross-service join و transaction مستقیم ممنوع است. استقلال منطقی داده اصل است، نه topology فیزیکی.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https://learn.microsoft.com/en-us/azure/architecture/microservices/design/data-considerations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قالب چاپی یا فایل Miro را بدهید. خروجی باید یک boundary قابل‌نقد باشد، نه diagram زیبا.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پاسخ مرجع است. اختلاف‌های کلاس را با constraintها بسنجید، نه با سلیقه.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ADR-0013 مرز Loyalty و ADR-0014 مدل ارتباط را ثبت می‌کنند. ADR سند حقیقت ابدی نیست؛ رد تصمیم و هزینه‌هاست.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کسب امتیاز consequence یک واقعیت Payment است، نه command عمومی مشتری.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در diff فقط مرزهای مهم را نشان دهید: project، port، image، config، health و database.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دو پاسخ کوتاه از کلاس بگیرید. پاسخ کامل باید هم gain و هم cost را نام ببرد.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هدف جلسه: ارتباط را بر اساس intent و failure semantics انتخاب کنیم، نه بر اساس محبوبیت ابزار.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از کلاس سه پاسخ بخواهید: برای کاربر، برای داده، و برای operation چه اتفاقی می‌افتد؟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گروه‌ها یک گزینه را defend کنند و یک failure mode آن را صریح بنویسند.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Shared DB کم‌هزینه به نظر می‌رسد اما ownership و migration را می‌شکند. گزینه‌ی ما event است چون payment نباید منتظر loyalty بماند.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event در زمان گذشته است و مالک تصمیم را producer می‌داند. consumer تصمیم می‌گیرد چگونه واکنش نشان 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وقتی caller بدون پاسخ نمی‌تواند تصمیمش را بگیرد، sync طبیعی است؛ اما availability و latency به هم گره می‌خورند.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producer منتظر نتیجه‌ی business consumer نمی‌ماند. این یعنی کاهش temporal coupling، نه حذف تمام coupling.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https://docs.aws.amazon.com/prescriptive-guidance/latest/cloud-design-patterns/publish-subscribe.html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در Async، broker ظرفیت و failure mode جدید می‌آورد. buffer بودن به معنی بی‌نهایت‌بودن یا بدون‌خطر بودن نیست.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هر گروه قراردادش را روی یک کارت بنویسد. قبل از نمایش پاسخ مرجع، version و معنای event را نقد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شناسه‌ی رخداد برای idempotency لازم است. مقدار payment برای محاسبه‌ی امتیاز در consumer حمل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contract را حول نیاز consumer طراحی کنید اما semantics آن باید fact متعلق به producer باقی بماند.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نسخه‌ی ساده را عمداً می‌سازیم تا failure window دیده شود. فعلاً publish بلافاصله بعد از commit انجام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سه signal را جدا نشان دهید: response پرداخت، پیام broker و query موجودی.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پنجره‌ی inconsistency را صریح و قابل‌مشاهده کنید. سؤال محصول: چند ثانیه تأخیر پذیرفتنی است؟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قول exactly-once delivery ندهید. هدف عملی، at-least-once delivery با اثر کسب‌وکار idempotent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https://www.rabbitmq.com/client-libraries/dotnet-api-guide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failure را repair نکنید؛ اجازه دهید کلاس مشکل را مشاهده کند. سپس سؤال transaction را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Database transaction تمام شده اما intent انتشار durable نشده است. transaction واقعی فقط داخل DB بوده.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timeout از latency budget می‌آید، نه حدس. timeoutهای لایه‌ها باید با deadline کلی سازگار باشند.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https://learn.microsoft.com/en-us/dotnet/core/resilience/http-resilience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retry درمان همه خطاها نیست. عدم idempotency، outage طولانی و overload سه ضدشرط مهم‌اند.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https://docs.aws.amazon.com/prescriptive-guidance/latest/cloud-design-patterns/retry-backoff.html</a:t>
            </a:r>
          </a:p>
          <a:p xmlns:a="http://schemas.openxmlformats.org/drawingml/2006/main">
            <a:r>
              <a:t>- https://learn.microsoft.com/en-us/dotnet/core/resilience/http-resilience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breaker تماس‌های بی‌فایده را موقتاً متوقف می‌کند و فرصت recovery می‌دهد؛ داده‌ی از دست‌رفته را repair نمی‌کند.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https://learn.microsoft.com/en-us/azure/architecture/patterns/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در کارگاه Docker DNS کافی است. مفاهیم registry/discovery را توضیح دهید ولی ابزار جدا اضافه نکنید.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جواب را هنوز کامل نشان ندهید. کلاس باید transaction boundary را حدس بزند.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هدف جلسه: failure windowها را با outbox/inbox کنترل کنیم و Payments را route-by-route استخراج کنیم.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هر پنجره یک پیامد متفاوت دارد: loss یا duplicate. شرکت‌کننده باید بداند کدام‌یک طبیعی و کدام‌یک repairable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2PC را وارد پیاده‌سازی کارگاه نمی‌کنیم. به جای آن، intent را در همان DB تراکنش business ذخیره می‌کنیم.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https://docs.aws.amazon.com/prescriptive-guidance/latest/cloud-design-patterns/transactional-outbox.html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Payment و OutboxMessage اتمیک‌اند. Publisher بعداً پیام‌های pending را منتشر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https://docs.aws.amazon.com/prescriptive-guidance/latest/cloud-design-patterns/transactional-outbox.html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فقط مرحله‌ی اول اتمیک است. crash بعد از publish و قبل از mark باعث duplicate می‌شود؛ طراحی باید آن را بپذیرد.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redelivery رفتار طبیعی at-least-once است، نه bug broker.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https://www.rabbitmq.com/client-libraries/dotnet-api-guide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اگر EventId قبلاً در Inbox وجود دارد، effect دوباره اعمال نمی‌شود. Inbox و business state باید در یک DB transaction باشند.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از گروه‌ها بخواهید مرز اتمیک را با خط ضخیم بکشند و crash pointها را علامت بزنند.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ابتدا backlog را نشان دهید، سپس recovery و در پایان replay عمدی همان EventId را.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Outbox یک الگوی reliability محدود است، نه message platform کامل.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https://docs.aws.amazon.com/prescriptive-guidance/latest/cloud-design-patterns/transactional-outbox.html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وابستگی اصلی: Payments برای تصمیم charge به اطلاعات Order نیاز دارد و هنوز از shared DB استفاده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هدف، کوچک‌ترین cutover قابل برگشت است؛ نه استخراج کامل در یک حرکت.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Gateway seam می‌سازد؛ بخشی از traffic به سرویس جدید می‌رود و rollback با تغییر route ممکن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https://martinfowler.com/bliki/StranglerFigApplication.html</a:t>
            </a:r>
          </a:p>
          <a:p xmlns:a="http://schemas.openxmlformats.org/drawingml/2006/main">
            <a:r>
              <a:t>- https://learn.microsoft.com/en-us/aspnet/core/fundamentals/servers/yarp/getting-started?view=aspnetcore-10.0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route map باید دقیق، version-controlled و قابل rollback باشد. یک URL عمومی برای client حفظ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https://learn.microsoft.com/en-us/aspnet/core/fundamentals/servers/yarp/getting-started?view=aspnetcore-10.0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GetOrderPaymentInfo یک query داخلی و read-only است. timeout و resilience محدود داریم؛ retry برای query idempotent امن‌تر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https://learn.microsoft.com/en-us/dotnet/core/resilience/http-resilience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Ordering وضعیت خودش را update می‌کند و Loyalty امتیاز می‌دهد. هیچ consumer مالک state دیگری نیست.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https://docs.aws.amazon.com/prescriptive-guidance/latest/cloud-design-patterns/publish-subscribe.html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ابتدا route destination را نشان دهید، سپس DB مالک Payment و بعد اثر eventual روی Ordering و Loyalty.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dual ownership طولانی ممنوع است. برای هر مرحله owner، signal و شرط rollback تعریف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هر تست سؤال متفاوتی را جواب می‌دهد. E2E کم و حیاتی؛ integration و contract برای مرزها مهم‌تر می‌شوند.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بدون correlation، queue depth و trace نمی‌توان failure را توضیح داد. observability بخشی از معماری است، نه افزودنی آخر کار.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health check باید هدف عملیاتی داشته باشد. dependency outage را بی‌دلیل به liveness وصل نکنید.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از کلاس سه مورد دیگر بگیرید. اگر ستون راست دیده نشود، تصمیم microservice احتمالاً تبلیغاتی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هدف: این سه مرحله را به‌عنوان معیار بازبینی هر استخراج تکرار کنید. پایان با Q&amp;A و مسیر مطالعه.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سؤال یا مسئله‌ی اسلاید بعد را قبل از reveal مطرح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https://dometrain.com/course/getting-started-microservices-architecture/</a:t>
            </a:r>
          </a:p>
          <a:p xmlns:a="http://schemas.openxmlformats.org/drawingml/2006/main">
            <a:r>
              <a:t>- https://dometrain.com/course/deep-dive-microservices-architecture/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5578a23ba41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d685407c44a31" /><Relationship Type="http://schemas.openxmlformats.org/officeDocument/2006/relationships/slideLayout" Target="/ppt/slideLayouts/slideLayout1.xml" Id="Reb30e1f41f7d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30e1f41f7d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05b410e34c05" /><Relationship Type="http://schemas.openxmlformats.org/officeDocument/2006/relationships/notesSlide" Target="/ppt/notesSlides/notesSlide1.xml" Id="R3ebdc70ed6d448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2806e8c84558" /><Relationship Type="http://schemas.openxmlformats.org/officeDocument/2006/relationships/notesSlide" Target="/ppt/notesSlides/notesSlide2.xml" Id="R26a98eb313a04c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77c8fa0d9498c" /><Relationship Type="http://schemas.openxmlformats.org/officeDocument/2006/relationships/notesSlide" Target="/ppt/notesSlides/notesSlide3.xml" Id="R3a6c4425b243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54c8f29234333" /><Relationship Type="http://schemas.openxmlformats.org/officeDocument/2006/relationships/notesSlide" Target="/ppt/notesSlides/notesSlide4.xml" Id="R0533803b22dc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5bac4aa846a4" /><Relationship Type="http://schemas.openxmlformats.org/officeDocument/2006/relationships/notesSlide" Target="/ppt/notesSlides/notesSlide5.xml" Id="Rea2c40ce300c4d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17bd082c44087" /><Relationship Type="http://schemas.openxmlformats.org/officeDocument/2006/relationships/notesSlide" Target="/ppt/notesSlides/notesSlide6.xml" Id="R5d44e77fb8b446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cfc9dc88b4414" /><Relationship Type="http://schemas.openxmlformats.org/officeDocument/2006/relationships/notesSlide" Target="/ppt/notesSlides/notesSlide7.xml" Id="R7db5b1a1c12e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6d716a2274767" /><Relationship Type="http://schemas.openxmlformats.org/officeDocument/2006/relationships/notesSlide" Target="/ppt/notesSlides/notesSlide8.xml" Id="Reb3af372e3e8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a4cb810f24bab" /><Relationship Type="http://schemas.openxmlformats.org/officeDocument/2006/relationships/notesSlide" Target="/ppt/notesSlides/notesSlide9.xml" Id="R7dc1aa299125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c005640e542ba" /><Relationship Type="http://schemas.openxmlformats.org/officeDocument/2006/relationships/notesSlide" Target="/ppt/notesSlides/notesSlide10.xml" Id="R7859fa296963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2f1f597604027" /><Relationship Type="http://schemas.openxmlformats.org/officeDocument/2006/relationships/notesSlide" Target="/ppt/notesSlides/notesSlide11.xml" Id="R5bc2371ed74c42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668b1ba814d06" /><Relationship Type="http://schemas.openxmlformats.org/officeDocument/2006/relationships/notesSlide" Target="/ppt/notesSlides/notesSlide12.xml" Id="R0d932f439d6547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d45c93e3a415e" /><Relationship Type="http://schemas.openxmlformats.org/officeDocument/2006/relationships/notesSlide" Target="/ppt/notesSlides/notesSlide13.xml" Id="Re2ee7fde328e45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9ffa396c34851" /><Relationship Type="http://schemas.openxmlformats.org/officeDocument/2006/relationships/notesSlide" Target="/ppt/notesSlides/notesSlide14.xml" Id="R4eac75f5a74646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54b263cf04069" /><Relationship Type="http://schemas.openxmlformats.org/officeDocument/2006/relationships/notesSlide" Target="/ppt/notesSlides/notesSlide15.xml" Id="R56627637ef2148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a91f3cbc44997" /><Relationship Type="http://schemas.openxmlformats.org/officeDocument/2006/relationships/notesSlide" Target="/ppt/notesSlides/notesSlide16.xml" Id="R53ae2b0dc2ee4f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1c70f5f574e54" /><Relationship Type="http://schemas.openxmlformats.org/officeDocument/2006/relationships/notesSlide" Target="/ppt/notesSlides/notesSlide17.xml" Id="R30999541879440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8ddd75d014094" /><Relationship Type="http://schemas.openxmlformats.org/officeDocument/2006/relationships/notesSlide" Target="/ppt/notesSlides/notesSlide18.xml" Id="Re92c1357bdfe43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ac60a8a3844d8" /><Relationship Type="http://schemas.openxmlformats.org/officeDocument/2006/relationships/notesSlide" Target="/ppt/notesSlides/notesSlide19.xml" Id="R27975e3fe4af4a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57f349f394f20" /><Relationship Type="http://schemas.openxmlformats.org/officeDocument/2006/relationships/notesSlide" Target="/ppt/notesSlides/notesSlide20.xml" Id="R0b391b143c4941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8a6bb3b214975" /><Relationship Type="http://schemas.openxmlformats.org/officeDocument/2006/relationships/notesSlide" Target="/ppt/notesSlides/notesSlide21.xml" Id="R2ca9f4da86b74c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02a217f674242" /><Relationship Type="http://schemas.openxmlformats.org/officeDocument/2006/relationships/notesSlide" Target="/ppt/notesSlides/notesSlide22.xml" Id="R9a28c5a684bc4d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3c23b53c4fa7" /><Relationship Type="http://schemas.openxmlformats.org/officeDocument/2006/relationships/notesSlide" Target="/ppt/notesSlides/notesSlide23.xml" Id="R331a6acd555240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97830e704e77" /><Relationship Type="http://schemas.openxmlformats.org/officeDocument/2006/relationships/notesSlide" Target="/ppt/notesSlides/notesSlide24.xml" Id="Rd5716a92c4ce4e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e613bdc114d5c" /><Relationship Type="http://schemas.openxmlformats.org/officeDocument/2006/relationships/notesSlide" Target="/ppt/notesSlides/notesSlide25.xml" Id="Rc138bcf782e24a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5c846c084d4c" /><Relationship Type="http://schemas.openxmlformats.org/officeDocument/2006/relationships/notesSlide" Target="/ppt/notesSlides/notesSlide26.xml" Id="R0bab5390052148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cc49660e14700" /><Relationship Type="http://schemas.openxmlformats.org/officeDocument/2006/relationships/notesSlide" Target="/ppt/notesSlides/notesSlide27.xml" Id="Rad73054761e34a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53e053da74bc6" /><Relationship Type="http://schemas.openxmlformats.org/officeDocument/2006/relationships/notesSlide" Target="/ppt/notesSlides/notesSlide28.xml" Id="R889757872c9b4d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21f0ea6534801" /><Relationship Type="http://schemas.openxmlformats.org/officeDocument/2006/relationships/notesSlide" Target="/ppt/notesSlides/notesSlide29.xml" Id="R1b47b4cce9134a6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c4d84e1a04d97" /><Relationship Type="http://schemas.openxmlformats.org/officeDocument/2006/relationships/notesSlide" Target="/ppt/notesSlides/notesSlide30.xml" Id="Rdd8f0f30734c43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fcaac7e2e4875" /><Relationship Type="http://schemas.openxmlformats.org/officeDocument/2006/relationships/notesSlide" Target="/ppt/notesSlides/notesSlide31.xml" Id="Rb5f611eb43834e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9f728766a4f3a" /><Relationship Type="http://schemas.openxmlformats.org/officeDocument/2006/relationships/notesSlide" Target="/ppt/notesSlides/notesSlide32.xml" Id="R8e56f98e0e7b48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169b854a40c0" /><Relationship Type="http://schemas.openxmlformats.org/officeDocument/2006/relationships/notesSlide" Target="/ppt/notesSlides/notesSlide33.xml" Id="R9d5ae03ee102466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f9a45fed54de2" /><Relationship Type="http://schemas.openxmlformats.org/officeDocument/2006/relationships/notesSlide" Target="/ppt/notesSlides/notesSlide34.xml" Id="R6b3fd2727a7247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3ac73aa454f38" /><Relationship Type="http://schemas.openxmlformats.org/officeDocument/2006/relationships/notesSlide" Target="/ppt/notesSlides/notesSlide35.xml" Id="R914d9b3f0ee4466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288d1f2fb4c41" /><Relationship Type="http://schemas.openxmlformats.org/officeDocument/2006/relationships/notesSlide" Target="/ppt/notesSlides/notesSlide36.xml" Id="R681479bd5cf64e8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a5ad93fc94c47" /><Relationship Type="http://schemas.openxmlformats.org/officeDocument/2006/relationships/notesSlide" Target="/ppt/notesSlides/notesSlide37.xml" Id="R77760ceceeee438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cfbc961f84fdf" /><Relationship Type="http://schemas.openxmlformats.org/officeDocument/2006/relationships/notesSlide" Target="/ppt/notesSlides/notesSlide38.xml" Id="R735039f2756f41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5b7721ce94199" /><Relationship Type="http://schemas.openxmlformats.org/officeDocument/2006/relationships/notesSlide" Target="/ppt/notesSlides/notesSlide39.xml" Id="Ra904938bb1bc456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e31e0b9f44d86" /><Relationship Type="http://schemas.openxmlformats.org/officeDocument/2006/relationships/notesSlide" Target="/ppt/notesSlides/notesSlide40.xml" Id="Rc9afa20584ea42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4124b934e48e0" /><Relationship Type="http://schemas.openxmlformats.org/officeDocument/2006/relationships/notesSlide" Target="/ppt/notesSlides/notesSlide41.xml" Id="Rc4a5c850dc60463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7b25243be466a" /><Relationship Type="http://schemas.openxmlformats.org/officeDocument/2006/relationships/notesSlide" Target="/ppt/notesSlides/notesSlide42.xml" Id="R9eeff5b21bd2455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32b1c47f34ae4" /><Relationship Type="http://schemas.openxmlformats.org/officeDocument/2006/relationships/notesSlide" Target="/ppt/notesSlides/notesSlide43.xml" Id="Ra0a790e07608432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d3e75e8b7437f" /><Relationship Type="http://schemas.openxmlformats.org/officeDocument/2006/relationships/notesSlide" Target="/ppt/notesSlides/notesSlide44.xml" Id="R4c2946091d4446e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c13d2a2e44b1f" /><Relationship Type="http://schemas.openxmlformats.org/officeDocument/2006/relationships/notesSlide" Target="/ppt/notesSlides/notesSlide45.xml" Id="R1f97c577d7bd499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378517f91445f" /><Relationship Type="http://schemas.openxmlformats.org/officeDocument/2006/relationships/notesSlide" Target="/ppt/notesSlides/notesSlide46.xml" Id="R9223eb74cc5a4f4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be344e28c4359" /><Relationship Type="http://schemas.openxmlformats.org/officeDocument/2006/relationships/notesSlide" Target="/ppt/notesSlides/notesSlide47.xml" Id="Rf87c4bf524844d5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f94c5da604409" /><Relationship Type="http://schemas.openxmlformats.org/officeDocument/2006/relationships/notesSlide" Target="/ppt/notesSlides/notesSlide48.xml" Id="R14f2e14079914cc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ba0bd0e1499c" /><Relationship Type="http://schemas.openxmlformats.org/officeDocument/2006/relationships/notesSlide" Target="/ppt/notesSlides/notesSlide49.xml" Id="R2497463e87294ba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43bc76914f7c" /><Relationship Type="http://schemas.openxmlformats.org/officeDocument/2006/relationships/notesSlide" Target="/ppt/notesSlides/notesSlide50.xml" Id="Rcd8546a2015948c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ce6d68d3842cf" /><Relationship Type="http://schemas.openxmlformats.org/officeDocument/2006/relationships/notesSlide" Target="/ppt/notesSlides/notesSlide51.xml" Id="Rdf63cb87399c498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cb69b0cd4998" /><Relationship Type="http://schemas.openxmlformats.org/officeDocument/2006/relationships/notesSlide" Target="/ppt/notesSlides/notesSlide52.xml" Id="Rfb90fa45285c4d7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620da18c74f40" /><Relationship Type="http://schemas.openxmlformats.org/officeDocument/2006/relationships/notesSlide" Target="/ppt/notesSlides/notesSlide53.xml" Id="R2c1249224d2f424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ebefb5bc4138" /><Relationship Type="http://schemas.openxmlformats.org/officeDocument/2006/relationships/notesSlide" Target="/ppt/notesSlides/notesSlide54.xml" Id="R39d04a37f8f74ec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34232ae244c6a" /><Relationship Type="http://schemas.openxmlformats.org/officeDocument/2006/relationships/notesSlide" Target="/ppt/notesSlides/notesSlide55.xml" Id="Rc512ab9934a0477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aeb82d84a4bd5" /><Relationship Type="http://schemas.openxmlformats.org/officeDocument/2006/relationships/notesSlide" Target="/ppt/notesSlides/notesSlide56.xml" Id="Rfc29f99ba5bf424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dcbc8e0ef449d" /><Relationship Type="http://schemas.openxmlformats.org/officeDocument/2006/relationships/notesSlide" Target="/ppt/notesSlides/notesSlide57.xml" Id="R814a911b24884a9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d358c244048f7" /><Relationship Type="http://schemas.openxmlformats.org/officeDocument/2006/relationships/notesSlide" Target="/ppt/notesSlides/notesSlide58.xml" Id="Rd05aa995bff7469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be2d8ff6a4e68" /><Relationship Type="http://schemas.openxmlformats.org/officeDocument/2006/relationships/notesSlide" Target="/ppt/notesSlides/notesSlide59.xml" Id="R4ce705f9ca8f467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d9873bb8b44f3" /><Relationship Type="http://schemas.openxmlformats.org/officeDocument/2006/relationships/notesSlide" Target="/ppt/notesSlides/notesSlide60.xml" Id="R79acdeea7bda45b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8e1d1101349da" /><Relationship Type="http://schemas.openxmlformats.org/officeDocument/2006/relationships/notesSlide" Target="/ppt/notesSlides/notesSlide61.xml" Id="Re4e16ae8d5d1447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a761983574cd5" /><Relationship Type="http://schemas.openxmlformats.org/officeDocument/2006/relationships/notesSlide" Target="/ppt/notesSlides/notesSlide62.xml" Id="R82924f191e6d4cc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8df53fbc46cf" /><Relationship Type="http://schemas.openxmlformats.org/officeDocument/2006/relationships/notesSlide" Target="/ppt/notesSlides/notesSlide63.xml" Id="R9898cd70217c41c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cb8c4f6e4d21" /><Relationship Type="http://schemas.openxmlformats.org/officeDocument/2006/relationships/notesSlide" Target="/ppt/notesSlides/notesSlide64.xml" Id="Rcc5a32e9be31487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9fd8a6cf04ad7" /><Relationship Type="http://schemas.openxmlformats.org/officeDocument/2006/relationships/notesSlide" Target="/ppt/notesSlides/notesSlide65.xml" Id="R30607f988660425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7664d3ec34384" /><Relationship Type="http://schemas.openxmlformats.org/officeDocument/2006/relationships/notesSlide" Target="/ppt/notesSlides/notesSlide66.xml" Id="Re916545c623d4a1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b7d35188c4b25" /><Relationship Type="http://schemas.openxmlformats.org/officeDocument/2006/relationships/notesSlide" Target="/ppt/notesSlides/notesSlide67.xml" Id="R27b06938fb7f4e2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4010793bf4caa" /><Relationship Type="http://schemas.openxmlformats.org/officeDocument/2006/relationships/notesSlide" Target="/ppt/notesSlides/notesSlide68.xml" Id="Ra6360fdb274b47d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48d260cf435d" /><Relationship Type="http://schemas.openxmlformats.org/officeDocument/2006/relationships/notesSlide" Target="/ppt/notesSlides/notesSlide69.xml" Id="R4d198c38f27f47d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602bf82a4f19" /><Relationship Type="http://schemas.openxmlformats.org/officeDocument/2006/relationships/notesSlide" Target="/ppt/notesSlides/notesSlide70.xml" Id="Ra596265f33524845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3968cf509426d" /><Relationship Type="http://schemas.openxmlformats.org/officeDocument/2006/relationships/notesSlide" Target="/ppt/notesSlides/notesSlide71.xml" Id="R2303373d7a26426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a7061785490d" /><Relationship Type="http://schemas.openxmlformats.org/officeDocument/2006/relationships/notesSlide" Target="/ppt/notesSlides/notesSlide72.xml" Id="R7dbeec95b0c246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AD3E1-0D55-4DC9-B962-A534CEA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-1428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E5987-292C-44FD-8A32-72D3ADC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CA14B-4DB0-4CE2-9FD8-AE3502D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‏کارگاه شش‌ساعته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57F6-F527-44B7-AC93-023098B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51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51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‏از مونولیت ماژولار تا مایکروسرویس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C0878-76EA-43E4-99B9-89B9FE07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defRPr>
            </a:pPr>
            <a:r>
              <a: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rPr>
              <a:t>‏تصمیم، شکست و مهاجرت واقعی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47412-2362-4748-B349-75F8C2F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B1C4B-B68D-4F1C-BED0-9614402D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rPr>
              <a:t>SmartShop · Architecture Workshop</a:t>
            </a:r>
          </a:p>
        </p:txBody>
      </p:sp>
    </p:spTree>
    <p:extLst>
      <p:ext uri="{BB962C8B-B14F-4D97-AF65-F5344CB8AC3E}">
        <p14:creationId xmlns:p14="http://schemas.microsoft.com/office/powerpoint/2010/main" val="1357144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A9D20-8F9D-4396-9CD1-459C1585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96E60-6BB1-447B-AA08-49F37F8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‏چیزی که امروز نمی‌سازیم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AE561-3E60-4924-8D0D-FA54748F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FD1E-9C35-4440-A192-E206E65E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3B5FD-46EE-4B24-944C-65BFE5B6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6B788-DCE0-4147-958D-322C151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1DAB2-110D-4B59-8322-9A97C88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B2FDC-57AC-439C-BDAC-D3342A6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‏Distributed Monolith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E0805-1C1C-4D05-84CC-D06F029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مرزهای مبهم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وابستگی هم‌زمان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استقرار ظاهراً جدا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EFCFF-CC61-4169-996F-39CF5FE0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82E6B-536D-4154-B93A-F162579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45EEA-6B18-494B-ABCC-8572BB3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‏Intentional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B0432-6920-4C4E-80DE-A113FB3B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مالکیت روشن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Failure مستقل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استقلال قابل‌اندازه‌گیری</a:t>
            </a:r>
          </a:p>
        </p:txBody>
      </p:sp>
    </p:spTree>
    <p:extLst>
      <p:ext uri="{BB962C8B-B14F-4D97-AF65-F5344CB8AC3E}">
        <p14:creationId xmlns:p14="http://schemas.microsoft.com/office/powerpoint/2010/main" val="296337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583D1-1F26-4BD7-825E-12BD401C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9D164-D819-495B-B6FA-DE17A51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‏در پایان چه خواهیم داشت؟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9408-9096-4060-A11E-86801F1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D4DDC-1D92-4DA8-9307-288CE929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7F6F4-1C82-4458-B6F2-9A66DFD4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F1BF4-683E-4212-8DCB-31109AB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A2C9A-AC2B-4AA9-90AE-2ACBE95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AED2E-A184-4A35-AD8B-F146698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823E9-96BC-4750-BEE0-E4CDFAC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B3AB0-A84A-431B-87A1-0060B040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F3828-E2A3-445C-A98B-BB63FE0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SmartShop.Api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32252-4BD3-4936-84F9-19939188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3ED75-A8D6-452B-8183-E72DDDA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10BAD-6BB6-4B34-A401-248B6097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E47D5-65B8-4E2F-A6D3-3912E478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AD364-2DB8-48C1-A48A-61C76545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6FCD7-80B1-4982-AA1B-9A98C399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76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0847B-6FEE-456A-B2FB-4676DE0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ED086-A8AF-4B53-94A4-4871AEF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6276F-381E-44CA-87B4-10025B90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RabbitMQ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162300" y="2514600"/>
            <a:ext cx="2286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62300" y="3467100"/>
            <a:ext cx="2286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43800" y="2514600"/>
            <a:ext cx="952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448300" y="3467100"/>
            <a:ext cx="5143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BCA79-ACD5-4099-94AF-84A9F74B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‏یک URL عمومی، سه backend و مالکیت مستقل داده</a:t>
            </a:r>
          </a:p>
        </p:txBody>
      </p:sp>
    </p:spTree>
    <p:extLst>
      <p:ext uri="{BB962C8B-B14F-4D97-AF65-F5344CB8AC3E}">
        <p14:creationId xmlns:p14="http://schemas.microsoft.com/office/powerpoint/2010/main" val="484462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4B2327-1FA9-4193-B355-26149ED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A1965-C416-4911-8F3C-F872482A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‏روش کارگاه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D803C-CCE8-4B18-BEBB-9D5ADCD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4F584-800A-4AE3-9E19-385ED4CD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DA910-57A0-47A2-8639-E70615E1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6C23B-AC1F-47DE-82FD-5CA4D8F4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E49A6-AAA0-4076-A09E-65D7528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106C-533C-4E59-AD8E-78F8D15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‏مسئله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CBC1-6E50-4DF1-803E-4574A4A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09708-47C9-49F3-B871-E0F15BD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DD6F7-B081-4647-909F-C65D928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75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754A6-CA33-48A2-B0E2-07CB1CE3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9567D-006D-4BC0-A04C-5E41DD7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70C7E-8108-44E5-9676-59D6532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‏تئوری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1C1F6-59B2-4DA3-9C8F-FBB6290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16586-ABD5-437D-B09D-C6D9DFC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969A2-CEF2-4841-B517-FC9EA1A6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‏بازطراحی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FF050-4D11-4B14-95C1-801C16C9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844EA-A055-4975-8464-BF43D561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9636F-2EE0-441D-AD92-1605B74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‏تصمیم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6D527-CD73-445A-B105-09B6685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743200"/>
            <a:ext cx="1660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85D24-D42D-4054-8281-D5D15EB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637FF-DA20-4EB5-A9BE-DB1AEA21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2838450"/>
            <a:ext cx="141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‏کد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6325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7830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10275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4225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674225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259914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836B9-7FBD-4133-BD05-82D2791B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D3B76-BEED-4D34-BE75-F169A1CC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8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‏نقشه‌ی سه جلسه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C449-94D6-41A5-A02C-694F7DE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36C66-CF0B-4623-BF90-3A5C74F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367B2-2F34-421A-9DA6-7793DEA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1F31-10FE-4CA0-BB51-E843F7C8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93295-287C-43CD-95FD-F10FFD1E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3A82D-38E5-450E-946C-7071710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20056-E835-4BE2-8B8A-C12B7AC2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A730A-72C2-4726-9EB5-D573864F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‏01 ·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4C692-7B1C-46D2-AD37-5AFE1E28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‏Loyalty باید Module باشد یا Service؟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26392-95F4-414E-AA86-24CAD0CF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D72F7-1433-4861-B599-EE55E97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F9476-14DB-4C79-9FF2-6805E3C3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0BD30-A0CF-4A5B-8ACA-AEDFD2F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28C83-3282-4DD9-B8B0-29DA181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‏02 ·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AFE41-4842-41D8-B0CD-22D2C0E8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‏وقتی شبکه و failure وارد می‌شوند چه می‌کنیم؟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701D3-E86C-4C4A-B32B-409A65AA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E1741-B056-4604-8CC7-FB798CE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20508-A220-469D-90A4-9291787D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B23AE-562B-45E9-B230-D017F0FF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4FE0B-F59D-4C20-AA44-D9936ABB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5052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‏03 · Reliability + Migration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BD3D7-B3DE-41AE-B32E-686DDDEA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‏بدون Big Bang چگونه جدا می‌کنیم؟</a:t>
            </a:r>
          </a:p>
        </p:txBody>
      </p:sp>
    </p:spTree>
    <p:extLst>
      <p:ext uri="{BB962C8B-B14F-4D97-AF65-F5344CB8AC3E}">
        <p14:creationId xmlns:p14="http://schemas.microsoft.com/office/powerpoint/2010/main" val="657863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3A283-FDDA-40F9-A736-22184A68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-1428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C24D-E450-474C-9BD8-F7CA8C3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B00D7-A6CD-4203-9B6E-4D78EC24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‏جلسه‌ی اول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31C1B-1FF9-4046-8B2A-BDC29B2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‏یک قابلیت کسب‌وکار جدید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3443-7263-4519-BCCA-A2A08DA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defRPr>
            </a:pPr>
            <a:r>
              <a: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rPr>
              <a:t>‏ماژول یا مایکروسرویس؟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10847-3400-40C0-BB46-5022C3A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A9BFE-B8CE-43CE-9892-059EEA1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rPr>
              <a:t>SmartShop · Architecture Workshop</a:t>
            </a:r>
          </a:p>
        </p:txBody>
      </p:sp>
    </p:spTree>
    <p:extLst>
      <p:ext uri="{BB962C8B-B14F-4D97-AF65-F5344CB8AC3E}">
        <p14:creationId xmlns:p14="http://schemas.microsoft.com/office/powerpoint/2010/main" val="610223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EFDBC-89EC-4891-BC58-0BAE4CCE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73C3E-91E8-47E0-9CC6-B291978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‏SmartShop در نقطه‌ی شروع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77FDD-CEBC-42A2-82E6-CB0F687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3CC61-408F-411C-A999-BDD38A70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F2B85-63DA-4D22-B3AA-1678039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3A83-B34E-45A8-84EB-E1CA1A2F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8692E-D8F9-4246-B5C8-353289C2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3313F-7255-4EEE-A141-C9331729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2A3F1-7F98-42D6-8551-2D74C52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1AB9F-C8D3-4CDE-8389-83DB0AF8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04F5C-9FB3-4E37-8792-D52B9469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DB835-6204-46DA-A4BE-89B21A6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5F08E-0DED-43F4-9CFA-DDB3849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4C6CE-104C-4D4E-AC20-6DE9D14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7AC22-2A51-42B1-BBA7-143342F1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329F4-F648-44CA-9C5A-CC438057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7C7C1-D63B-49CE-B0DB-DDB769D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AI Search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448050" y="3371850"/>
            <a:ext cx="4000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45208-2181-4DE5-A489-D0A7E4B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‏چهار ماژول، یک process، یک deployment</a:t>
            </a:r>
          </a:p>
        </p:txBody>
      </p:sp>
    </p:spTree>
    <p:extLst>
      <p:ext uri="{BB962C8B-B14F-4D97-AF65-F5344CB8AC3E}">
        <p14:creationId xmlns:p14="http://schemas.microsoft.com/office/powerpoint/2010/main" val="1536992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40A8C-7990-4177-A5B1-260326E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479F0-92FA-44B0-AF03-A7CB35F4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‏درخواست جدید محصول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66602-F828-498B-9E10-69239FE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8C4A0-2936-4A7E-A45E-3EA0036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BDB01-C089-4F85-8A1B-B5693BC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BF8B8-4E20-46EF-883D-2A1F9CC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8E4"/>
          </a:solidFill>
          <a:ln xmlns:a="http://schemas.openxmlformats.org/drawingml/2006/main" w="0">
            <a:solidFill>
              <a:srgbClr val="FD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E3717-683E-460E-BC6E-DFB2C945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076C8-2227-4359-9209-416F3F26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‏بعد از پرداخت موفق، مشتری امتیاز بگیرد.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286E0-0052-4798-886B-637058CD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FDE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FF80D-94ED-4E81-92FC-80AAEDE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‏هنوز راه‌حل فنی نداریم</a:t>
            </a:r>
          </a:p>
        </p:txBody>
      </p:sp>
    </p:spTree>
    <p:extLst>
      <p:ext uri="{BB962C8B-B14F-4D97-AF65-F5344CB8AC3E}">
        <p14:creationId xmlns:p14="http://schemas.microsoft.com/office/powerpoint/2010/main" val="1358211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73176-0E7A-4CBE-8A06-EAF785A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C267F-8D9F-464C-8156-4B3987E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‏Product Brief و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F7588-AF72-495A-9E44-83FE4ED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FA6E-F1CA-4FE0-B2AD-BD41517D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3A6B8-68E8-491E-9F39-53C46E80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933FB-77A5-450C-81F9-03D4D7FE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123D0-D24B-42E9-923A-D0615ACF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0BA15-301D-44C9-A71F-559FF6F6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FE452-954E-45C0-97A2-8D19BE0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96436-6129-4F93-8987-6B46C7E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‏قاعده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8D39D-FCCC-4482-915A-1B571508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‏هر ۱۰۰ واحد پرداخت = ۱ امتیاز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51B99-FDEF-4F35-8F1E-43E7F4E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499D8-6D04-49E0-A21E-7A07E9F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E49E0-C1AD-42A4-AE14-56B98D5A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031C8-191F-4399-A6C2-B9954DDC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90DCB-43FE-40A7-88AA-0E55674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‏استقلال تغییر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F3497-7A31-4DC3-8E4F-7E313AA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‏قواعد Loyalty با cadence جدا تغییر می‌کند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67180-9A36-43F8-B266-7387FAD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8FE6D-D933-4149-B62C-546537A3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46060-335A-44C7-925B-7B587BD8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CAE0B-B54C-48D9-BE74-DC4909C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70CC4-CF17-4123-99AD-4DB95AA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‏Failure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1C25C-64BA-457D-AEAE-10777DB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‏خرابی Loyalty نباید Payment را rollback کند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806FE-2733-491C-B627-2CC64F7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695AB-3444-470E-A906-F81AB23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D7557-3E03-4779-A6BC-81914A32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CFFCB-77B8-4F95-9C66-B26DE874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5CCC4C-F318-4502-A89A-A9D498E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‏قابلیت توضیح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B04B0-227A-420D-A582-C35DCCA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‏تاریخچه‌ی Earn باید قابل پیگیری باشد</a:t>
            </a:r>
          </a:p>
        </p:txBody>
      </p:sp>
    </p:spTree>
    <p:extLst>
      <p:ext uri="{BB962C8B-B14F-4D97-AF65-F5344CB8AC3E}">
        <p14:creationId xmlns:p14="http://schemas.microsoft.com/office/powerpoint/2010/main" val="879987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41C51-0601-4ACC-8F13-D529E04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9D754-985B-482E-BC28-5A35A50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‏اول سؤال، بعد طراحی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06406-8B0B-4E7B-94E7-69481E6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1B5A-6A96-4036-8E63-DDEFCAC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67E62-B335-4DCA-BB56-115E6E09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3CE6D-9309-4DC5-8A63-8B01BAE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2FE3F-38B0-4DF1-8682-8093A48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79756-8780-46F3-A6CB-873C090A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5A320-618F-4150-9772-8BE8C4C7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01184-CFA1-4B59-B7AF-73DB1130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5ACDE-D477-4FD2-B9C5-3E44FAE7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‏۵ سؤال تعیین‌کننده + ۳ فرض صریح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CBFD3-F92F-4ED2-9BEA-51F5732E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BE8C3-41E1-4326-88C9-4753397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B1D97-992E-4702-AC2A-562F2170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24ABE-8DD7-4A6B-B30D-2B97CA4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‏Trigger دقیق چیست؟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754F0-7D67-41AF-A90A-6AE2F728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7C238-5569-4620-894F-402A9BBB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8FD47-49FC-4D2C-B733-5D2DD0BF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F7E97-4A1D-4038-84B4-57960441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‏CustomerId از کجا می‌آید؟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A84F2-A9F2-4B60-860F-64CF1EF9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85384-2012-44AC-BACF-B1C03251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2E43D-F5CD-49EA-A501-F4E193A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8094C-0FC7-40D1-AB23-CC6131C0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225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‏چه Consistency پذیرفتنی است؟</a:t>
            </a:r>
          </a:p>
        </p:txBody>
      </p:sp>
    </p:spTree>
    <p:extLst>
      <p:ext uri="{BB962C8B-B14F-4D97-AF65-F5344CB8AC3E}">
        <p14:creationId xmlns:p14="http://schemas.microsoft.com/office/powerpoint/2010/main" val="1900531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509957-6732-42DB-8204-3405734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39A6F-D363-4296-ADA1-D3F539C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‏ابهام‌های تعیین‌کننده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24DA0-C058-48E9-ADFF-ACCD145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9509C-E08E-42CB-9801-ED4DF75B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27078-11D3-4F6B-9079-49E818D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C9F47-2B8C-4359-A51A-C37B58A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2CC92-D02B-4FDF-86F7-EA13740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A327F-4F59-4EC6-A0CC-8198469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2573F-5B0A-47FF-9D1E-979371C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42AF0-B4B2-4762-8F49-95E9059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875C1-104F-4999-8049-12D6812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‏authorized یا settled؟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90098-9D14-4244-8ADE-2839754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1B42B-B610-4F7C-86D6-DDBFA14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5481A-4767-40D2-8A90-DE2F5C9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7FE82-FFD8-4025-B6FE-7801F5F2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33AAB-C42C-4AC4-BA22-C0580DD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7EB7D-9E8B-43CB-8768-CA3B04D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‏مهمان هم امتیاز می‌گیرد؟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69E30-C11C-4492-B211-ECBDBF94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C63DB-23B8-4936-A312-71162BF3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1EF34-9A85-4095-9494-C889536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DC7F5-6B38-45E5-9B8F-27B326C2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D85B0-2F2C-4EBD-8DE9-9A48F349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‏Consistency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6AC4B-BC78-4844-A66B-0EA58FA9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‏چند ثانیه تأخیر پذیرفتنی است؟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C3160-A659-4C42-BC6D-E737F70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17689-F3E2-488F-A981-29AB866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74D79-1888-4ECB-8E72-CF1F01E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2F178-1A42-4F42-99AB-E564138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509CA-4C11-41B1-AFE5-8574145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3AF68C-B02A-40C7-B92C-8BF231C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‏Earn، Redeem یا هر دو؟</a:t>
            </a:r>
          </a:p>
        </p:txBody>
      </p:sp>
    </p:spTree>
    <p:extLst>
      <p:ext uri="{BB962C8B-B14F-4D97-AF65-F5344CB8AC3E}">
        <p14:creationId xmlns:p14="http://schemas.microsoft.com/office/powerpoint/2010/main" val="512874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F5559-FEB9-41DC-BEF0-90FE7885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36B69-E893-4C51-88EF-2650EA3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‏Module با Microservice برابر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2098-365F-4724-B078-5D29DBDF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5C37-F0A7-4448-9EF1-370CDFE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9C899-8BE5-4EEC-8E10-0E9192E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55E85-54E0-4C67-A12C-A9D3286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79360-A775-44A1-9F1F-5589CB6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8E419-F887-40C5-8943-1540A85E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‏مرز منطقی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28BDF-F979-4DEB-8662-8C15B3C8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زبان و مدل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قواعد و داده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Dependency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CDA0-A77D-43B3-89A2-8C3EB2F2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A6722-6DE6-4781-9FE6-ACFB511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4B40-8FFA-4C5F-BFCB-FB2195D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‏مرز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A02C4-6FBD-4FAC-ABDF-167DBC9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Process و port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deployment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failure و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A741E-C4F5-4E89-B41A-10DB29E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676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CAC5A-867E-4A2C-A8DD-FB8D7A0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0540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‏Service = مرز منطقی + مالکیت + runtime مستقل</a:t>
            </a:r>
          </a:p>
        </p:txBody>
      </p:sp>
    </p:spTree>
    <p:extLst>
      <p:ext uri="{BB962C8B-B14F-4D97-AF65-F5344CB8AC3E}">
        <p14:creationId xmlns:p14="http://schemas.microsoft.com/office/powerpoint/2010/main" val="591775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A2493-CC2D-49E2-9CE1-5A93693E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18AB9-63EC-491B-8BDB-023BEAFF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1490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‏Microservice حول Business Capability شکل می‌گیرد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D065D-DC41-4C55-AE26-69A78AB5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37FF7-2B7D-4C98-919A-DA311E4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14D6-8509-4CA1-954E-D181D1D6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A9154-D4FE-4716-B057-299DCD5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3750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750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‏کاری که کسب‌وکار انجام می‌دهد؛ نه تعداد فایل‌ها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BAE0F-73C0-46C9-904E-15FE017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E8036-B30D-4159-B5DA-52F3F74F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5767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20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Loyalty = Earn + History + Balance</a:t>
            </a:r>
          </a:p>
        </p:txBody>
      </p:sp>
    </p:spTree>
    <p:extLst>
      <p:ext uri="{BB962C8B-B14F-4D97-AF65-F5344CB8AC3E}">
        <p14:creationId xmlns:p14="http://schemas.microsoft.com/office/powerpoint/2010/main" val="19419291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41F8E-5D44-408D-9443-2225F979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FD73C-F4C3-4A84-BA31-C0F8692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‏استقلال رایگان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30F5-A2C8-4866-BBEB-71ADD5B4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EBEE1-94D8-419A-A755-C09AE78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ADCCF-998F-4DC6-9C00-E10969D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01EB6-653D-46A2-8809-65E06E4F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095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F582C-9FBF-49F6-8DC5-A5EBB201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4A4E7-FFAC-4889-ABD2-8D6F7860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‏Independence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C8BE-453B-409E-9DA2-8778D0E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7528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release مستقل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failure containment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team autonomy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07A7A-6C5D-4316-8AEA-4EEAA564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14450"/>
            <a:ext cx="4095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17AA8-3025-46E3-8714-6BE535D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144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F1F9F-8AE4-4550-91DD-016E476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859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‏Distributed-system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07FB0-1813-43D7-9763-6FD1291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7528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network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observability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security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on-call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test complexity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4607A-4CFB-4150-9C2F-0BB32687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52875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32D91-47B2-4502-94F2-C1E8D56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33800"/>
            <a:ext cx="762000" cy="762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0DA80-CEFC-4FDF-B8D0-1789ABD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24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8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Trade-off</a:t>
            </a:r>
          </a:p>
        </p:txBody>
      </p:sp>
    </p:spTree>
    <p:extLst>
      <p:ext uri="{BB962C8B-B14F-4D97-AF65-F5344CB8AC3E}">
        <p14:creationId xmlns:p14="http://schemas.microsoft.com/office/powerpoint/2010/main" val="2104368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9746C-F68D-4497-942D-6C4D27F2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3A9F-7A9A-4A64-AE7C-77A74296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‏Architecture Characteristics برای Loyalty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91E5F-CE1E-424E-B60D-3ED6EF3B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C906D-6177-4E1B-9258-CB2D795C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BE589-49F2-41F5-B762-EBDD6D1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A1D54-5096-4BD8-A91C-2DFF95D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14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Change Independence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13F0D-5F98-4CA3-A088-5DA08D82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9620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85D66-5283-49A2-AC50-7E1C3C19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" y="1771650"/>
            <a:ext cx="885063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4F47C-E97C-429F-9688-40B825F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6CDE5-372A-4E2A-8B1F-54907D71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Availability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4BB3-AC57-4EB5-9FA9-3613E110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9620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BAA28-328D-4D49-BFBB-149EF333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255" y="2743200"/>
            <a:ext cx="750379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D448-31ED-4DAC-9109-A1DF35F4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2730-33F5-4C5D-AF53-D5B1DF3B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Explainable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DC61F-9D9D-4B5F-B5F7-FA4240C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9620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8976D-D125-4500-935F-8CAD9D4D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70" y="3714750"/>
            <a:ext cx="692658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3CAFC-E06B-4DF2-91F2-141DCD14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72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6CFA0-5713-4D31-840E-F349BE8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29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Operability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FD2A7-8B51-4902-98D9-1742B1FC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620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1EA49-96EE-40B3-8365-3F97583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88" y="4686300"/>
            <a:ext cx="6253163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6351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934C7-E371-4826-8EEB-BB4A8E19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3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924E9-EC88-4BFC-B0F9-E1B7F6AE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438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18183-818D-4F49-AC1E-4761B950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4352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‏اولویت نسبی، نه امتیاز علمی</a:t>
            </a:r>
          </a:p>
        </p:txBody>
      </p:sp>
    </p:spTree>
    <p:extLst>
      <p:ext uri="{BB962C8B-B14F-4D97-AF65-F5344CB8AC3E}">
        <p14:creationId xmlns:p14="http://schemas.microsoft.com/office/powerpoint/2010/main" val="371561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629B8-2BC9-46C7-8D4E-F0B067A0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82C3A-9430-47C2-A1BC-9BBFC64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‏Module یا Microservice؟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044B-8D0D-47AA-8E85-22154D2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50C-4FEA-4937-A777-3FC7CA4C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36954-3CF2-43CC-9D63-906E03F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75AD3-F176-4EBB-87B9-39403FA0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4B8C5-F577-438E-97A1-467FB08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4E507-E5D6-4CB0-86D2-0C92F7C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95D4F-CA31-48E3-9466-05AF6E11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9B049-A9A7-46D2-9EB5-8E31F72A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CD53E-F877-4C93-AE32-F45E094C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‏یک تصمیم + سه شاهد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B4DAD-35A7-4F6F-9DEA-1B069DD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2ED0A-947E-4E28-A147-798ECEB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3EAC-4E41-4FBC-9F26-DB7211F0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158A1-D5BC-4E2A-A6EA-83BAD04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6FBA8-8AAB-470E-B6D3-B5CECF51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96340-5F11-4B0B-BBD5-57E1B6C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FCCE5-456B-4F24-80FD-8DA96C0F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9E937-91CB-4454-8B0E-20F1F162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‏Microservice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4CA19-2145-488B-92E8-14079528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A622C-7F0D-416F-8295-4BDDDD82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6A512-40B0-4186-9885-19030A7B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88756-D586-48B2-BA70-6576F32E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‏Module با Extraction Point</a:t>
            </a:r>
          </a:p>
        </p:txBody>
      </p:sp>
    </p:spTree>
    <p:extLst>
      <p:ext uri="{BB962C8B-B14F-4D97-AF65-F5344CB8AC3E}">
        <p14:creationId xmlns:p14="http://schemas.microsoft.com/office/powerpoint/2010/main" val="3986521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66E82-0D18-4BAF-A4A9-1A1C98DB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6F015-1AAC-45FD-901B-ACA1FC52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‏چه شواهدی تصمیم را معتبر می‌کنند؟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17E77-555E-4B91-A3B6-D752AED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42619-F94E-4015-B6CC-BAC8693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6DCF6-F552-4C41-9E9D-70E2FE9A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A0A7D-7CDB-4EBA-8264-D939950A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3DC82-A7CF-4084-8500-5F9EFEF6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0C46D-2CEB-4E03-8C09-AFD8AA0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67D27-EF16-4B31-92C2-2DB46D13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6D394-83E9-49B7-ABE3-106F86B7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‏قوی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7CA2E-F60D-4BCC-9945-A8102AC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‏Rate of Change · Availability · Data Ownership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2E50C-B496-431C-8236-45CBBDCD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17680-A770-47DF-99C3-30278E6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64F42-F503-4FFF-8E2B-64AE9D5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5036F-1451-4D28-80FF-2B0164C0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391F9-396F-4761-BCD7-B2AD4E7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‏متوسط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79755-2427-4538-B0AC-D935B97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‏Team Ownership · Scale Profile · Reuse Channel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45D7D-FDBD-4E1F-BF1A-BDE762F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BDD45-5320-45A6-AEF9-CA01AEF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F713D-BD97-4F81-80E9-51F7408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1A744-1BE3-4A92-B40E-E7A7DB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BFC35-CF0A-4A56-9887-BE1F313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‏ضعیف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3FC7B-2701-4228-A362-D24D83B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‏تعداد کلاس · مُد بازار · علاقه به Broker</a:t>
            </a:r>
          </a:p>
        </p:txBody>
      </p:sp>
    </p:spTree>
    <p:extLst>
      <p:ext uri="{BB962C8B-B14F-4D97-AF65-F5344CB8AC3E}">
        <p14:creationId xmlns:p14="http://schemas.microsoft.com/office/powerpoint/2010/main" val="18320215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A69E1-579E-44FC-AC47-765D4C2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965E-D8E6-495E-8F8A-D58EB235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‏چهار نوع Coupling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04A67-ADA9-4CC4-A015-5A795BC9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120B8-1FAA-460A-91F8-FAA7F706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5D18F-A830-434C-A73D-A62E25B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D6135-CA35-4DE9-819D-E2C453A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2EA27-6158-4B4B-98F4-C75B128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0EF13-32B1-416B-9B5B-A187E7E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D03B0-A54E-4F91-BDA8-5605CF2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4B495-B783-4EF9-9798-D451938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‏Temporal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BCE98-75B7-4276-9377-779D198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‏هم‌زمان باید بالا باشند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75B9F-EABF-4E46-8BC0-CBE87655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1F9B1-BE43-44DA-B247-F1CE878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6D62A-E057-4422-91BC-7F99749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4B3A8-529F-42AD-8FBF-071EBA10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31734-8FC8-496E-BA05-C18ECD3A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43E59-CD1C-4E0D-B42C-0A01219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‏یک schema یا مدل مشترک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4C044-BC4F-4A1D-AABC-6389BCF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3FE83-3001-4D0D-80C4-FFB18552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31A03-7D1D-4997-BC1E-A36486B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3567A-2D56-4443-99DA-9EC5BF2D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AA3D4-54B1-4D8D-B3A1-917A6CDF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B83C6-6196-4A5F-9AEC-BC4F6711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‏تغییر پیام، مصرف‌کننده را می‌شکند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CDF6E-DB0F-4FE0-B4E2-BDD9A61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4762500"/>
          </a:xfrm>
          <a:prstGeom xmlns:a="http://schemas.openxmlformats.org/drawingml/2006/main" prst="roundRect">
            <a:avLst>
              <a:gd name="adj" fmla="val 2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1B2DA-203A-4E47-BDAE-3B30292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D231F-69E0-4B34-A2E9-65108D1A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4889B-1E65-4173-8789-2349716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B706E-4640-48E9-807E-D3F51CB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‏Organizational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9FD1A-DEA5-46C0-BD69-64E526F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0250"/>
            <a:ext cx="2233613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‏هر تغییر نیازمند هماهنگی تیمی</a:t>
            </a:r>
          </a:p>
        </p:txBody>
      </p:sp>
    </p:spTree>
    <p:extLst>
      <p:ext uri="{BB962C8B-B14F-4D97-AF65-F5344CB8AC3E}">
        <p14:creationId xmlns:p14="http://schemas.microsoft.com/office/powerpoint/2010/main" val="17186857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FCBBE-E7F1-4CEF-B44B-3FC76D7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96CA4-DAC0-4F39-BEB1-E9E0F2B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‏سرنخ‌های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951BF-9905-44B0-B056-D90362E4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8499A-6B42-4862-9113-FB342B0C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167F2-CA04-4019-B7FB-23C2CD5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39200-31C2-46F8-83ED-75E1932A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144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E1C8A-BEBD-4278-AEEE-E90ABFFA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44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D6BF-CF6F-415A-BDAA-CB63A7F4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72A1C-4C9D-44EB-B09F-5D82653C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‏قواعد قیمت/سفارش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F60A6-AB7E-4D13-B093-7AA1AA2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64C0A-FDA4-4B15-9710-48C98862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‏زیاد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02330-3D80-4C6A-94BD-B0456C69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F1F17-135D-4481-8615-1F1FCDB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B139E-50D1-4943-A7AE-961A005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52980-C330-4C01-BCE8-BD16B62C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21673-0978-486A-A86F-3CCE20F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‏درگاه و تسویه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BB627-8913-4F3C-ACE0-27725A8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2D17E-AA1A-4C3D-A31A-DA8C4D0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D1E4A-0DF6-49B1-9BEE-328BB99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BD305-64BC-4E1C-BB08-833E3A1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‏زیاد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CDEA5-A000-42E1-9D7F-11206067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FD0A9-FB54-4E24-844A-2F97F96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364DF-B453-43E9-B81F-8CABD19F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‏کمپین و امتیاز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F5DE2-3BE4-4B49-85D2-9D1899CC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4DF30-416B-4649-B7E5-2B1F6866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A3B2B-381E-42E0-BE42-B9D09BA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B9BC2-86EB-4D08-B3BD-DE50150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28717-C2C2-4A0C-A9FD-C897FE2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671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148D1-8AE6-4CD2-A723-A669ADF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671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‏زیاد</a:t>
            </a:r>
          </a:p>
        </p:txBody>
      </p:sp>
    </p:spTree>
    <p:extLst>
      <p:ext uri="{BB962C8B-B14F-4D97-AF65-F5344CB8AC3E}">
        <p14:creationId xmlns:p14="http://schemas.microsoft.com/office/powerpoint/2010/main" val="9682540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E0ACA-6558-4BBE-AD5E-37A159B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D97CA-22A7-450D-93A6-660AF27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‏چه کسی مالک کدام داده است؟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694E9-BD1A-403B-8AAC-5BE5E846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C9977-E33C-4FD7-8DD1-E675DCF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87A57-B665-4E4D-9E44-724DFC3E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3A293-F01C-409A-95DF-4660E3A8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‏معیار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D3D18-88E6-4BB0-AA3F-73540F8E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14450"/>
            <a:ext cx="257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5428E-5211-4602-A64C-53856AE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314450"/>
            <a:ext cx="257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03318-D82B-4AE6-8573-8875B76A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1314450"/>
            <a:ext cx="257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1E044-D2B7-4D4E-B264-64FB6C72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2088C-6FFC-440D-86C2-A2C34D6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C82E3-9EE2-4279-94B0-12F68E2E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‏مالک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26C12-6448-4E1C-B2D5-B1173FF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0193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90749-254F-4B53-9F86-3C8DC24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0193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85715-124C-4319-A762-32CF1921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CB20D-F946-425A-9B98-5E908A7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CE7AB-717C-46CF-A417-5F5D206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38282-9310-4973-9937-B19F79C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8575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‏مالک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24DCC-2CB9-45B1-A9AF-D130A4BB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8575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C9D34-CEFF-4117-A616-0A8C8A9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F0B24-3E58-49BB-9C21-F9410B0B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‏LoyaltyAccount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5AEEF-37B8-40BC-98CD-B09ABB1A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D3BA3-9670-4F08-9352-87E0A8E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957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3F3A9-5B1F-42B2-B83D-7B1AC91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36957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‏مالک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9C73A-8F55-49B2-B231-ED1357B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728BA-65FC-46C4-8E93-39BC5928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‏CustomerId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EB1A4-024E-417A-B345-87334437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‏شناسه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9D13C-5013-4DE6-9E8C-CAB42A62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45339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‏شناسه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C1884-63A0-44B7-BDBC-059F0FA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4533900"/>
            <a:ext cx="257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‏شناسه</a:t>
            </a:r>
          </a:p>
        </p:txBody>
      </p:sp>
    </p:spTree>
    <p:extLst>
      <p:ext uri="{BB962C8B-B14F-4D97-AF65-F5344CB8AC3E}">
        <p14:creationId xmlns:p14="http://schemas.microsoft.com/office/powerpoint/2010/main" val="6188047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E150E-2531-4B69-9532-1D938F47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7855C-820D-4F28-A074-9DE629A5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‏Database-per-Service دقیقاً یعنی چه؟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88F86-841E-4359-AC97-BED2F97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62193-C09C-4ED4-A7EF-4F8F686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8E1F8-E361-4FAF-99AD-3C451FA0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EBEBF-841B-4410-9F7D-F4D21F02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7AD5F-4EF1-4097-BCFC-CB6642D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46EBF-7007-4B71-9E5B-1532BB5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‏یعنی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DD434-EC57-4E4E-9B34-906529B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مالک schema و migration مستقل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دسترسی از طریق contract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transaction محلی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6E757-2282-400C-99AC-F082C6D8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09017-640B-4ABA-8D76-8996604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8D6F5-9552-4656-9FC4-E4369A2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‏الزاماً یعنی نیست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C9B9A-AA35-48E7-BEC1-F589CA1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server فیزیکی جدا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vendor متفاوت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هزینه‌ی زیرساخت سه‌برابر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0C3C2-A194-4FB6-9CF4-B331EE8D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676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1BCA1-5089-4BE9-92DB-979DF78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0540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‏Shared server ممکن است؛ Shared ownership نه</a:t>
            </a:r>
          </a:p>
        </p:txBody>
      </p:sp>
    </p:spTree>
    <p:extLst>
      <p:ext uri="{BB962C8B-B14F-4D97-AF65-F5344CB8AC3E}">
        <p14:creationId xmlns:p14="http://schemas.microsoft.com/office/powerpoint/2010/main" val="4115010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D290B-ABAD-4718-8832-4D41EC4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10BC-CBB1-4BD1-BE50-0A71342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‏Context Canvas را کامل کنید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51F0C-8C44-423C-82D2-B271C10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C0039-50B2-4974-A0A1-385D663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AD6AB-0877-450F-B878-1806E7B2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9EF55-39F4-4887-9BE0-1D50C5EC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078ED-5A49-4E6F-ACC9-39C5300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963A8-291A-43BB-A67F-3208A33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0C446-9315-40CE-BB6F-4AA0226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‏۱۱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2B0E6-161B-4CA8-82EF-5746C29B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4EFB9-36C7-4A7A-8D21-0410D73F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‏۸ خانه برای مرز Loyalty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5633D-83D4-4D92-A4A5-843803C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B1D9A-C8B9-4239-931F-A18AA8B2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94C38-A26B-4EB5-AB75-66279B8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2DF5A-19C5-4F6E-B80D-C632BEC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‏Responsibility +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39055-A98B-4C2A-89F2-3044C4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B4B29-6E74-4D03-B815-4458CFE4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7F332-7236-4715-AFFE-67EC5C3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90EEC-ADE6-4D40-B180-839E4926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‏Inbound + Outbound + Dependency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73A6A-EAD9-4AC1-898E-B182821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2E538-12C0-49AC-B2D0-3E6ED17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97136-99C7-4E35-A6E8-8230F4C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3D74A-7B64-4DBF-BC70-2DA540C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‏Consistency + Failure + Non-goal</a:t>
            </a:r>
          </a:p>
        </p:txBody>
      </p:sp>
    </p:spTree>
    <p:extLst>
      <p:ext uri="{BB962C8B-B14F-4D97-AF65-F5344CB8AC3E}">
        <p14:creationId xmlns:p14="http://schemas.microsoft.com/office/powerpoint/2010/main" val="18351986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3999AD-0028-4BBD-ABAF-98B429E4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3F22-C4E4-47A1-8EB7-35B15AB2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‏Context Canvas مرجع Loyalty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B8CE4-F33F-4DF5-B308-A06DC84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82ABA-7F6D-4E0E-8558-92267346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FB964-8065-495A-9DC2-D02C0A1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0588B-5FB9-4A70-95E7-D6B7F5C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5FD1D-F241-458D-94F3-488129A4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F7303-ED2F-4156-8682-CA6D9672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E5360-DC0F-4FAE-86DA-49A9AD7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4170-A7D3-4B86-A07D-8FB9042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‏داخل مرز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624AA-B855-4D30-9284-9FAEF120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‏Earn · Balance ·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1C5C4-A85F-43D4-B060-823D17A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67186-9B86-44B5-A797-40160AF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B3ACC-8D3D-4686-8B15-487CDB51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28F5B-0D98-476B-B0D9-217A745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20A7D-E324-4161-AFCF-505600C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‏داده‌ی مالک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9DAE3-7C4B-4469-B228-0F53B7A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00250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‏Account · Transaction · Inbox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775BF-70C8-4954-925B-C6DB7BD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E26D8-EA63-43EA-9B66-7D78492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2568B-1C16-446E-A1F6-81BA780D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4FDEC-C0D1-487A-9739-4CE2EB4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D8782-B236-472F-BA8E-10BA2EB0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‏ورودی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334E1-DC90-4A03-A98C-187040A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0250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‏PaymentSucceededV1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C23CC-66A4-4BFC-BCC1-3A61FE99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D6727-BA45-4867-BAAF-14D2905B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14450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849A2-825C-4895-B57B-4BAF7D26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5F4DC-E63F-44B5-8760-8064E82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19578-66E0-45C1-A5B5-0460996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485900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‏خروجی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A2B61-DB60-44CD-8D40-6D608DF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0250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‏Balance / History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6EDAC-C894-4F97-A85B-151AE8DC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B3ACF-D234-45BC-AF76-B047D47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60E39-ACF3-48DC-94DE-E692B2D3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914775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14AD7-2207-4A07-8841-D79AEF7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924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AA44F-8B1C-4432-AF2F-CFB80BB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‏وابستگی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EDD43-D66F-4EE4-8B71-51D276AF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‏Broker + DB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17ACDF-DAE5-4BB6-8337-6332C212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781425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3A6D56-22B7-48F1-B92E-2F67B8A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781425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B73514-C5C0-448A-9A77-821F186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914775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715EDA-59CA-475D-99B1-2399CEA2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24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DFC038-83CB-48FD-8E84-B1B6C94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952875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‏Consistency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0C1E13-9815-4F2F-9BE5-874A279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467225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‏Eventual؛ چند ثانیه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E91217-1606-42ED-9C7A-F253541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81425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ADC2F-5AE9-4813-A220-EA1D9672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81425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DF85F6-73CE-4DBF-AF20-35EE310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3914775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A16213-7BF7-4B41-81ED-E9FB3915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924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A1265-7194-440D-9C65-4A84FE4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‏Failure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847FC1-07FC-4AA1-9902-3E393AB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67225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‏توقف مصرف، نه rollback payment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BBBCD0-992D-4E77-8F9F-20C70F51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781425"/>
            <a:ext cx="2576513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85D476-8225-4D33-AB4A-6B7B505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781425"/>
            <a:ext cx="257651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229A48-E765-4778-A35B-865D33F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914775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C4F712-DF2C-4BD8-ADEC-14D69B66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924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4D8408-D8BB-4CD9-89C3-50A93A8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952875"/>
            <a:ext cx="22336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‏Non-goal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8C9D15-9DBC-4043-9774-C189AB6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467225"/>
            <a:ext cx="2233613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‏Redeem و campaign engine</a:t>
            </a:r>
          </a:p>
        </p:txBody>
      </p:sp>
    </p:spTree>
    <p:extLst>
      <p:ext uri="{BB962C8B-B14F-4D97-AF65-F5344CB8AC3E}">
        <p14:creationId xmlns:p14="http://schemas.microsoft.com/office/powerpoint/2010/main" val="19607324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B1746-E386-4724-87F7-3AC8EFF8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9F363-CBA1-4843-8830-2D22DC8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‏تصمیم را ثبت می‌کنیم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8DA75-3812-48DB-87A8-61E63A1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4637B-B5DD-475E-8FAE-5CC57429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555D6-15CD-4491-8B07-71784D3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948EE-507F-4585-8F9A-D1CC530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1B91B-EC85-40F2-B6FC-3FFD111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9FCA6-37C1-4591-AC11-50086CA9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FF94A-CEF0-4FC3-9B12-2660FCF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‏قواعد Loyalty مستقل تغییر می‌کند و outage آن نباید Payment را برگرداند.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F8A3-C2C0-4F24-952C-06EADCD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B7240-50C6-4E11-92DB-ABFE3AF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8F42A-551D-433B-AD5C-99ED6245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C16CA-D32F-4D9D-B629-255F084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‏Loyalty به‌صورت سرویس و مالک داده‌ی خودش ساخته می‌شود.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96032-C2D8-43B4-A5BB-03DE948C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B3613-521F-486A-B5B3-2B08A8A0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3B7AA-1E8E-42B0-AD04-76D87F73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‏Consequences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C3713-34D2-418D-A127-B0A6457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‏+ deployment و failure مستقل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− شبکه، broker و operation جدید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− consistency فوری نداریم</a:t>
            </a:r>
          </a:p>
        </p:txBody>
      </p:sp>
    </p:spTree>
    <p:extLst>
      <p:ext uri="{BB962C8B-B14F-4D97-AF65-F5344CB8AC3E}">
        <p14:creationId xmlns:p14="http://schemas.microsoft.com/office/powerpoint/2010/main" val="7607422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C7FA6-0932-40DB-B16E-D5A7999A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E3420-43ED-4C20-84E6-3326A4E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‏Public Contract نسخه‌ی اول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26A11-E2A5-4FCC-BC24-2383DFD3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F008E-0506-4DEF-809F-975C393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6AC40-8534-490F-A27F-39EF9FD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D6AEC-A567-4585-A6A3-54BB015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BA135-396F-4E01-B61A-E2972A69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72771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GET /api/loyalty/{customerId}/balance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→ { customerId, points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GET /api/loyalty/{customerId}/history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→ [{ transactionId, points, occurredAtUtc }]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C9C97-3841-4981-BCA3-9133A11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724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CF699-3C2E-4A54-B29E-E829D47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FFD0D-61F2-4133-BB4C-7399952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‏Contract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7A665-C753-4B58-B3A1-4C87B11B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‏Endpoint عمومی Earn نداریم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CA623-F5C7-43E2-92FB-099B8B8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43325"/>
            <a:ext cx="2724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40898-C317-43FF-B2E2-509F2FC3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Versioned · Explicit · Minimal</a:t>
            </a:r>
          </a:p>
        </p:txBody>
      </p:sp>
    </p:spTree>
    <p:extLst>
      <p:ext uri="{BB962C8B-B14F-4D97-AF65-F5344CB8AC3E}">
        <p14:creationId xmlns:p14="http://schemas.microsoft.com/office/powerpoint/2010/main" val="11251034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AA5D4-5988-44EF-A2B9-5888BB7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9E4B6-558A-472C-8107-30EF987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8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‏مرز اجرای نسخه‌ی اول را ببین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95ABA-1FE1-4A65-8E9F-93CE12D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42194-5264-4D90-9AD7-A4B4201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3796-4A5D-4B6C-9ED0-43216298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B023-5A4C-4E5F-B593-FBCE6D64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73787-1ECB-4195-B58C-FCB2DEE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65930-0575-4D9E-8831-58E02B9D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A98A0-7DF4-4523-8FBC-85D44F1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‏Loyalty یک process واقعی و مستقل است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CD55D-61AC-4951-9B3E-286E6FA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B32DC-D395-4908-AA1A-7A2E0F1B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25E77-974A-4F71-A84C-6B177C7F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88D44-5C36-4F78-B9CF-9B84318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‏health و balance مشتری جدید را صدا بزن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F9022-8432-454C-99BE-F21051E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91192-5E5C-4359-A321-AB5710B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34EBB-8C81-48CC-90D7-7F79974F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‏Expected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307D9-4670-4536-9031-BDEF75A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‏/health = Healthy · balance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9D8A1-2EB8-4364-A87E-0346B52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EBB65-2304-422E-B7CB-CAFD7A39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569DB-778E-4231-B945-AAA8F92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‏Reset /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B3512-3C9B-4D64-808E-FFC8DE37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‏database مستقل را پاک و سرویس را restart کن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3DFD7-A642-4C07-B032-72B9184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98C1B-7A21-4E2E-9AFF-E69F972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00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workshop-01</a:t>
            </a:r>
          </a:p>
        </p:txBody>
      </p:sp>
    </p:spTree>
    <p:extLst>
      <p:ext uri="{BB962C8B-B14F-4D97-AF65-F5344CB8AC3E}">
        <p14:creationId xmlns:p14="http://schemas.microsoft.com/office/powerpoint/2010/main" val="4668011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905E8-BBA3-4177-A60D-0D757DE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E567E-5C23-48CB-9F6B-160E8AA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‏Exit Ticket · جلسه‌ی اول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732F9-D1F1-469C-9F49-2357EF1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۱ ·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D4547-44D4-45F3-9484-E2451D9B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34C6A-0887-4A75-9BD7-DB38095B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53F2-5B46-42DC-A537-56458C2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0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2000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‏؟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88A98-D7AC-4DE7-AD4D-E520DE2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000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000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‏کدام نیاز، هزینه‌ی سرویس مستقل را توجیه کرد؟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29516-9788-4B7C-B66C-854E168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8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8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‏و دقیقاً چه هزینه‌ای به سیستم اضافه شد؟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5448C-C24C-4FF2-8808-7C21EF7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38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04176-5371-4AC2-AF35-6E78836F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767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‏پاسخ: یک Gain + یک Cost</a:t>
            </a:r>
          </a:p>
        </p:txBody>
      </p:sp>
    </p:spTree>
    <p:extLst>
      <p:ext uri="{BB962C8B-B14F-4D97-AF65-F5344CB8AC3E}">
        <p14:creationId xmlns:p14="http://schemas.microsoft.com/office/powerpoint/2010/main" val="14990663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86F4C-CD98-46D1-9FE4-19DA2CC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-1428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1085-EE3E-45A5-949B-8C2FB94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D521-B717-4750-A290-E9BB0E3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‏جلسه‌ی دوم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87903-80AC-4722-8B9E-B7D3B471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‏وقتی شبکه وارد معماری می‌شود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BFF36-B179-426A-9FAE-9AE5461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defRPr>
            </a:pPr>
            <a:r>
              <a: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rPr>
              <a:t>‏Communication، Coupling و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5995A-4323-41ED-8E7F-27381D39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A53BC-396D-48B0-B72E-0C1FCBEA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rPr>
              <a:t>SmartShop · Architecture Workshop</a:t>
            </a:r>
          </a:p>
        </p:txBody>
      </p:sp>
    </p:spTree>
    <p:extLst>
      <p:ext uri="{BB962C8B-B14F-4D97-AF65-F5344CB8AC3E}">
        <p14:creationId xmlns:p14="http://schemas.microsoft.com/office/powerpoint/2010/main" val="20325812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DE1D1-0B03-406C-8907-C5F63F1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C0752-AAA4-434C-9543-0ACC010E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‏مسئله‌ی امروز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DA36E-7224-4922-B72B-5798BF0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306E9-1EE0-4E7C-A7D5-E56E4577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0B1FA-4D1D-45C1-AF66-BFAB2AE9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9138-6901-4163-BF90-C8E41B9D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8E4"/>
          </a:solidFill>
          <a:ln xmlns:a="http://schemas.openxmlformats.org/drawingml/2006/main" w="0">
            <a:solidFill>
              <a:srgbClr val="FD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2C83F-1677-4EBA-B476-9BEA1516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34A68-9C4C-4324-B0F1-3C4F78B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‏اگر Payment موفق شود و Loyalty خاموش باشد چه باید شود؟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7BA48-ABE8-462D-A657-BC958EC3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FDE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401A1-82B6-4F6B-8449-3024053C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‏پاسخ محصول ≠ پاسخ زیرساخت</a:t>
            </a:r>
          </a:p>
        </p:txBody>
      </p:sp>
    </p:spTree>
    <p:extLst>
      <p:ext uri="{BB962C8B-B14F-4D97-AF65-F5344CB8AC3E}">
        <p14:creationId xmlns:p14="http://schemas.microsoft.com/office/powerpoint/2010/main" val="669423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B8B20-1A7C-4E46-A3F2-007D971E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1CCD-98E0-46D8-AECC-EE8E3D8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‏چهار راه ارتباط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20AD9-F328-47AA-B871-D9EF4C7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CD05F-2EA8-42D5-B2D0-8CAC5BF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BA637-101A-483D-96E6-F8A1ECF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22770-4683-4671-B91C-1C36995E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36865-8DE1-4F77-BFE7-6306F279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A8365-024B-4F9D-91AF-268D9B83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3C500-8CFE-4CD4-B4B3-E1C184D6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BA8ED-A430-4AD2-930E-302C6BC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534FF-4D08-48D3-8D02-7F926C54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‏Coupling · Failure · Consistency ·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745A3-A7BC-44F8-8E4A-4DA288E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11863-4B4E-4BCA-BDE8-59A74AB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4E306-2E17-442E-A5FA-977F697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4B49D-D784-443A-9FC6-149607F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‏HTTP مستقیم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A9DA9-6A13-4662-9C85-4F3D9AC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ACD6E-E698-4E75-BC8C-24F1C95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4309B-AD87-4511-A533-D662ECF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86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698FD-77CA-4A98-A728-AE26D45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‏دیتابیس مشترک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53DE5-1B20-4910-8266-2644B2E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9A13E-92C6-427F-B35D-02161EF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54F06-8EB4-45B3-BFA3-A7007E5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86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516C3-8950-4F6D-8139-19BB861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‏Integration Event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EE449-0AB7-4382-8B01-8C09ABA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EE872-EB04-4319-810D-65B7EFA3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44888-894C-4D15-961C-32413FA5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E0B09-ED2B-4519-8217-3AC2A24D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24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6734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‏منطق داخل Payments</a:t>
            </a:r>
          </a:p>
        </p:txBody>
      </p:sp>
    </p:spTree>
    <p:extLst>
      <p:ext uri="{BB962C8B-B14F-4D97-AF65-F5344CB8AC3E}">
        <p14:creationId xmlns:p14="http://schemas.microsoft.com/office/powerpoint/2010/main" val="7889804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AA46D-2B29-4702-B651-3A86CE8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EF270-9F15-4E99-82DD-B162675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‏هیچ گزینه‌ای بدون هزینه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D9520-CDED-45B0-BAB9-45A7D25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FE4D1-0B17-4C39-9ACF-F2484C5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22173-0A63-4F84-8CF7-F23B89B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224E1-CDC8-4257-A3F0-AC451E4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‏معیار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420A7-B1C0-4F3D-96E2-7BC2FB3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14450"/>
            <a:ext cx="1914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AB55C-7ACB-48DD-B6BB-5065B7D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314450"/>
            <a:ext cx="1914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Shared 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886E3-FB4D-4FCE-9030-3F6E58E9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1914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6D94D-7F53-4F69-AD09-7513AEC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314450"/>
            <a:ext cx="1914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Inside 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FCDC2-3569-498D-8670-5F7B9B0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A1ADE-FBD9-4504-8FE0-F34DAD5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E3880-3D95-4600-AE0F-28B225F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‏وابسته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55A97-4CB7-4A44-90B1-506FD7C3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0193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‏وابسته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D3C0D-6BF5-44FC-A8B7-FB02D0B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‏بهتر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01105-5695-46AD-822E-5855635E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193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‏بهتر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4075-5C37-4F3A-9847-0B5ADB4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95C89-1F66-4549-A170-461B915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‏Coupling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CDF39-69C2-49FD-AEA4-42AECB35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‏زمانی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C4CDA-A1B2-4726-852F-9742945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8575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‏داده‌ای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E7570-9CBB-4047-98F0-A4364BA2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‏قراردادی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5B644-7D0A-4CD5-9166-FF228AC1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8575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‏دامنه‌ای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A4140-4941-406E-9551-1AB734F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2CF13-5075-467D-AF1A-B8D1D19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‏Consistency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86A3F-3804-409A-A6E5-B850AA0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‏فوری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0E59D-78FC-4AA8-A05E-90D5A96A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6957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‏فوری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538D4-1C77-4599-9746-8C46730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‏نهایی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1FA55-C20F-429B-8F07-69CF94EC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957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‏فوری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20578-BC20-4C83-884D-FCB2AA5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644E6-E403-44BD-8B3B-FCD0E82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‏Complexity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82D00-6039-4985-A12A-14BE3462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‏متوسط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404A8-A026-48DD-BED2-4E0E89D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5339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‏پنهان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18B5E-48BA-4708-8469-982360F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‏بالا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A37A1-AEEE-4154-A04B-7DDBDBA9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53390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‏تعویق‌شده</a:t>
            </a:r>
          </a:p>
        </p:txBody>
      </p:sp>
    </p:spTree>
    <p:extLst>
      <p:ext uri="{BB962C8B-B14F-4D97-AF65-F5344CB8AC3E}">
        <p14:creationId xmlns:p14="http://schemas.microsoft.com/office/powerpoint/2010/main" val="13612100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C25CB-0B01-4A78-B835-0F9F6741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1EBC4-A512-4F3D-8F8B-16BD107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‏Query، Command و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149B9-F307-4C24-90AB-88154C2C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A0C53-C076-4BCF-87F1-A58E1684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33843-39F2-4C4C-8643-636B194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3AEA6-345B-4D71-A35F-3690DAEB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2653-AEE8-4710-A6EC-DDABF2F1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FDF4E-EC90-4A74-99A3-F60242FF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C4510-F093-4271-8638-0BE9F80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29BCA-F53E-406D-A843-2625E7D3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80725-6D31-4571-9293-8DFCB25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‏اطلاعات بده · GetOrderPaymentInfo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20CEE-8BF8-4F61-95CB-F1A435E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3E15C-626D-4790-8B06-B3D8A27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7B57B-89F5-4466-9D9F-DF1DE66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85F70-A534-4454-9A49-C4152E8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D23DE-DF5F-4B65-8FDB-9710A7E7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3E97D-CC55-4440-9902-C82674C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‏این کار را انجام بده · ChargeOrder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9ECE1-D96F-41B4-8A71-E3521370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47625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7BFD0-835D-4C30-B822-CF26ACBB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31445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182E9-93C6-4415-BC01-A275F52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478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FF3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737CF-4A85-4258-AFAE-23FA14B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63E69-99A3-4817-A0AA-85F6A36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48590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1417C-85FB-47D1-A35C-9A62FE3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0250"/>
            <a:ext cx="3149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‏این اتفاق افتاد · PaymentSucceeded</a:t>
            </a:r>
          </a:p>
        </p:txBody>
      </p:sp>
    </p:spTree>
    <p:extLst>
      <p:ext uri="{BB962C8B-B14F-4D97-AF65-F5344CB8AC3E}">
        <p14:creationId xmlns:p14="http://schemas.microsoft.com/office/powerpoint/2010/main" val="14453361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980EA-37C2-4089-B033-079666C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38C5-903D-4B90-9AE2-7CF08C6A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‏ارتباط Sync چه زمانی درست است؟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BCE18-5BDA-4736-94B3-C163167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A5962-0CA6-4258-9A46-26BAF6E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1695-A8B1-495F-9620-41DA406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7DD44-25DD-4BF0-BDF4-F3EF2E1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F8555-DF5B-4498-8E5D-97CA5192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FE83B-B887-445D-B24F-79575E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Caller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1DE17-16B2-4890-B1DA-EF7CEC8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D14D9-9556-4A72-91E1-C3CAA5C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C2C5D-ACCD-4D7F-BB4A-D61AE863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154EF-D09A-4D49-8709-DB41B00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50B66-AA00-4417-BB80-2102DDE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7C9F2-41F1-4536-9D8C-D8D4B85B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2C239-A4B6-4249-8C0A-808B2B5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253EF-8599-4A25-AFB4-FECBE35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A3C88-576C-4B19-BCD7-85E166E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EAB74-7CBD-49EA-9441-9155FC90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438400"/>
            <a:ext cx="3987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DD8C4-8F8E-4312-BF0A-42ADC23D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‏درخواست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6FA18-3BA2-414F-AA39-BCAA7B0D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33528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D44F8-BA9C-423A-B9B5-4A8B8043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‏برای ادامه پاسخ لازم است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EC3A3-7630-4031-8529-543243C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42672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7F13A-B584-47D2-9D37-8EBC5A3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‏پاسخ در timeout budget</a:t>
            </a:r>
          </a:p>
        </p:txBody>
      </p:sp>
    </p:spTree>
    <p:extLst>
      <p:ext uri="{BB962C8B-B14F-4D97-AF65-F5344CB8AC3E}">
        <p14:creationId xmlns:p14="http://schemas.microsoft.com/office/powerpoint/2010/main" val="18743761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BCE36-5408-40D7-88E0-70EA234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DC00C-850F-4A2A-870A-CE0935E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‏ارتباط Async چه زمانی درست است؟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3DBBC-AD52-42ED-B272-7665F0B5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50F93-A30F-4C73-BFCB-BB36DB32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7A3A7-F7F4-4C45-A7DC-23DB4BF8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606B8-1202-469D-B3D3-BBEE95FF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14CA5-36C8-44E1-AA50-BB46B7C4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18048-BEEF-4BBD-873F-2079C5C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B9117-D9D0-4693-99B8-052D6F5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36D6D-6993-4888-A72B-3AED091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6AFD0-325B-443C-BD39-CA896656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RabbitMQ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6B92D-6B57-4F74-9A35-89A511F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45B01-CB8A-47C1-A541-6608361D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C0691-66B4-4642-B18E-9A7AF89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0EEDC-FE7E-4CD2-86CB-2496326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E6FF4-7919-41AB-B13A-E4B0177E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3819F-FC8A-4CBA-ADE4-8EDDA38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3371850"/>
            <a:ext cx="952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D7935-F288-4FAE-9BD1-CA7EAFE2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‏Producer واقعیتی را اعلام می‌کند</a:t>
            </a:r>
          </a:p>
        </p:txBody>
      </p:sp>
    </p:spTree>
    <p:extLst>
      <p:ext uri="{BB962C8B-B14F-4D97-AF65-F5344CB8AC3E}">
        <p14:creationId xmlns:p14="http://schemas.microsoft.com/office/powerpoint/2010/main" val="6425941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FFF6B-C4B7-4DDB-B675-C18A9313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2E5B5-7711-48F0-A1F2-D4B7FA8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‏Temporal Coupling را ببین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4540B-60AB-42C5-A54D-0352041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4F19D-506A-4A71-A995-70AE996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781E0-4390-408D-84A6-22135B84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8A439-6102-464D-9D59-D84BEFB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7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37BD1-77DE-4A7C-ABB2-7448FE78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954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DA5DB-58A1-4BA8-971E-F31DAD5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954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3DA61-AEF6-427C-A6C3-398AC88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 آماده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F1C9C-759D-4987-84E8-53579E7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954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80C3D-7F98-411B-9B2E-1F727FF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954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72D57-327D-4165-89DB-A878732E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‏B باید آماده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ADEAB-D281-4593-A11D-D8C6A3DC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409AA-8B59-48A7-8E86-101E61A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20D63-185E-4EB1-96B4-94031AEE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‏پاسخ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76800" y="2057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34300" y="2057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F99EE-3F53-4A4D-B274-0A56668D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72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Async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6D854-EAE0-426D-B83C-6BF0C648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862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7ACE0-2636-4CDD-BB3E-2C83204E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862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11515-5CFA-4758-B395-72CAD1A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A 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0C6A4-9416-404F-B2AB-62C81A9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862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9C622-8C81-486B-AF89-7664E51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862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B88F4-73AC-44EC-80DC-27453CF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Queue buffer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EF83A-317C-4E37-B630-C1D1EED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0C42E-22D6-4BEA-8EBB-594F10C2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CD15F-7889-45BC-B559-AF4406BE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‏B هر زمان آماده شد</a:t>
            </a:r>
          </a:p>
        </p:txBody>
      </p:sp>
      <p:cxnSp>
        <p:nvCxnSpPr>
          <p:cNvPr id="57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876800" y="4248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734300" y="4248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848924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A9A0D-9D99-4166-819E-EFD375A1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B77F1-9FB1-456E-973C-970ABF77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‏Event را طراحی کنید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4AC52-0B38-400F-A076-9802DCF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D9A9F-9E3E-49E1-8582-FE71447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BD6CA-D281-4DA7-A0CD-881DD2C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3C44F-D773-4121-8D0A-6B5E8F98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38C1-65DB-4F3A-B932-5DE92C1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3B577-443A-4ACE-904F-604960E0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5DB6C-2761-42EE-BDA7-2F467D9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68F80-D1C3-469D-9211-7A6CB3A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4B737-0C3E-47AE-8A69-99AF65B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‏Name · Version · Fields · Semantics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E523E-8F17-4398-A6A2-2D24B9BD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528E0-7A72-4AEC-ADFF-74CC7DFB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BC25E-543D-4245-AE4E-565BB76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649D3-C975-4653-B008-FDC8168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‏past tense باشد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14944-7BC4-4EC1-B979-EF584495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10766-3EF5-4097-BE1B-12BE119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86FE7-E07A-4674-97CD-E5CE720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9BC7F-11F4-452B-977F-A1400692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909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‏مصرف‌کننده DB producer را query نکند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9A164-D130-4051-A0E7-6776D093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72182-A8EF-44F1-B46E-3278BEEF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7AE0C-22F5-450F-B0A9-6BE80A8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8E88-AD12-4015-A1BD-DA54DFA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043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‏داده‌ی لازم برای واکنش را حمل کند</a:t>
            </a:r>
          </a:p>
        </p:txBody>
      </p:sp>
    </p:spTree>
    <p:extLst>
      <p:ext uri="{BB962C8B-B14F-4D97-AF65-F5344CB8AC3E}">
        <p14:creationId xmlns:p14="http://schemas.microsoft.com/office/powerpoint/2010/main" val="19859448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1F8DC-853E-448C-AD54-1D6F46C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66640-3F93-4755-BD26-9B66EF3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‏PaymentSucceededV1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9FBD5-E6BC-4357-8C4D-D81653C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C2A4B-05EA-48B8-BD60-2918567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46F62-E765-40CE-B993-68EB8B6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A4CDF-0A68-4003-A8E0-F681998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810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3910-F23A-4B59-B8BC-DCE6B02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72771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"eventId": "uuid",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"occurredAtUtc": "2026-...Z",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"paymentId": "uuid",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"orderId": "uuid",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"customerId": "uuid",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"amount": 12500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59427-CE63-407D-A15D-70ABAE69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724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083D7-64C9-4116-8C97-3A535DCA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62A0E-470D-4EAF-8EC0-5F94A3CC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‏Contract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E7F12-7561-4E4E-A25F-39597FE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‏Immutable fact · Explicit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7E1D1-D286-49BE-A59E-C823A34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43325"/>
            <a:ext cx="2724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C827F-3A78-47B7-8013-DBEC43E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Versioned · Explicit · Minimal</a:t>
            </a:r>
          </a:p>
        </p:txBody>
      </p:sp>
    </p:spTree>
    <p:extLst>
      <p:ext uri="{BB962C8B-B14F-4D97-AF65-F5344CB8AC3E}">
        <p14:creationId xmlns:p14="http://schemas.microsoft.com/office/powerpoint/2010/main" val="17425394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E2132-C684-4890-834E-5486D9B9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0CBB6-2939-46EB-8B93-EAA0487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‏قرارداد Event خوب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098A1-72F9-4A49-84C7-4D720AE3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77B55-F6E0-4A27-9FD0-8E4218A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C7FE1-B13D-4FFC-8B2F-B2FEB019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868F0-B2C7-4505-8769-30E6249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C18F-E9EA-4DBA-97F6-D9627768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5C83A-756C-4028-97AC-5F3A9B9B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419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PaymentSucceededV1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E2E8-D111-4C10-8418-846B74F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98B-8022-4AB7-861C-DDC6616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9E744-F347-4406-848F-A1EF490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Past tense</a:t>
            </a:r>
          </a:p>
        </p:txBody>
      </p:sp>
      <p:cxnSp>
        <p:nvCxnSpPr>
          <p:cNvPr id="40" name=""/>
          <p:cNvCxnSpPr>
            <a:stCxn xmlns:a="http://schemas.openxmlformats.org/drawingml/2006/main" id="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2143125" y="2095500"/>
            <a:ext cx="39528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BAD1C-A4A8-4DD1-AEE5-341F3F2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C7E2C-BA3F-45F8-A8AB-68C10CA0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4608A-684F-4075-998B-2B1417E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047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Immutable fact</a:t>
            </a:r>
          </a:p>
        </p:txBody>
      </p:sp>
      <p:cxnSp>
        <p:nvCxnSpPr>
          <p:cNvPr id="44" name=""/>
          <p:cNvCxnSpPr>
            <a:stCxn xmlns:a="http://schemas.openxmlformats.org/drawingml/2006/main" id="6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5953125" y="1619250"/>
            <a:ext cx="142875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BD6E9-49BC-4AF4-9D1A-B2A39BF8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881C8-9B0E-4E6C-8F5A-AF9991D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03D66-4C25-45BB-AAB0-020EDB0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24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Consumer data</a:t>
            </a:r>
          </a:p>
        </p:txBody>
      </p:sp>
      <p:cxnSp>
        <p:nvCxnSpPr>
          <p:cNvPr id="48" name=""/>
          <p:cNvCxnSpPr>
            <a:stCxn xmlns:a="http://schemas.openxmlformats.org/drawingml/2006/main" id="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6096000" y="2095500"/>
            <a:ext cx="36671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62C97-3ABA-44C0-9D8F-D75AA669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3A391-E22F-4466-8370-DCF1B08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D8179-2B33-4BB4-8231-7D327F6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91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Explicit version</a:t>
            </a:r>
          </a:p>
        </p:txBody>
      </p:sp>
      <p:cxnSp>
        <p:nvCxnSpPr>
          <p:cNvPr id="52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3571875" y="3810000"/>
            <a:ext cx="25241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631D2-FE84-44BC-B85A-4A412F5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D601F-522F-4AC7-B9B7-2CFF5DA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803A84-DBE7-465E-B966-7654C5D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91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No shared domain model</a:t>
            </a:r>
          </a:p>
        </p:txBody>
      </p:sp>
      <p:cxnSp>
        <p:nvCxnSpPr>
          <p:cNvPr id="56" name=""/>
          <p:cNvCxnSpPr>
            <a:stCxn xmlns:a="http://schemas.openxmlformats.org/drawingml/2006/main" id="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3810000"/>
            <a:ext cx="223837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5698025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2A500-CD08-4A73-8A4B-BC82E07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C1CB0-C3DC-4C63-8D68-CCA4922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‏Checkpoint 02 · انتشار مستقیم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4CCC4-6053-4289-AA3D-7121161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81F01-5976-4C46-ACA6-47C2FB3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D6EAC-8AF4-471F-AAA6-B2C560A4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4F9F0-AC95-4D5C-A70F-FD84E578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A281F-8592-4EA8-A8BF-E1EE54D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3C783-A365-4BDD-9927-F372CFD5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 DB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F82C7-B64F-4DE7-A597-4E3642E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7F420-BE67-42AD-9266-216CFD9E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3A40B-BD16-48C3-B98A-C4E3E040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Publish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81238-3D86-43D5-B260-DD0868F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74445-15CC-4466-83A7-2C1208D1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1AFA0-50B1-4438-8827-CAC02B4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RabbitMQ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D8822-E33E-4BEE-8A3B-67479E67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167F2-11E1-4857-A429-26A7FA36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9909C-61A7-4751-97EE-7440376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 consume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6351"/>
            </a:solidFill>
            <a:prstDash val="dash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7448550" y="2705100"/>
            <a:ext cx="2095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551AA-3671-4D80-B36E-B31CAAEE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‏نقطه‌ی قرمز، محل مشکل است</a:t>
            </a:r>
          </a:p>
        </p:txBody>
      </p:sp>
    </p:spTree>
    <p:extLst>
      <p:ext uri="{BB962C8B-B14F-4D97-AF65-F5344CB8AC3E}">
        <p14:creationId xmlns:p14="http://schemas.microsoft.com/office/powerpoint/2010/main" val="14183401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76307-C86B-48E7-ACCB-33DECF4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B5C07-8806-4707-9C7E-D30B107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‏Demo · Happy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D5900-FC4D-4611-93C7-C83006A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4594E-9FE8-4CDD-B217-A6D214CF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96AF8-70AF-44C3-B55E-7D2373D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C4165-4E42-494F-AE2C-DE8B1FA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63BBC-8F05-44D5-BD48-9B0E72A2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D5578-41EE-403A-B3D5-B4F2512E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9E8D4-5F19-4DE1-AF20-63157744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 تا Loyalty 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87C3E-16CE-4094-8F07-1F371831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F2557-447C-4C88-8B36-7BDEB95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AC02F-9FA8-453D-8145-6D60480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20665-E62B-4F6B-B4B4-576CB5C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 موفق برای مشتری ثابت بساز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75004-BA23-49E6-B18D-14F50EE6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3D08C-829E-4512-A1EE-2D5C574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45F52-83DA-4659-B203-825D1E51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‏Expected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6CEA2-FE55-4257-9F6C-C29C5F03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‏201 → event → افزایش 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D5E3A-FCFF-473E-8C22-EB96996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314C3-870B-42C0-89AD-21B93DF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523EA-F465-4CF4-9CB9-28F0463F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‏Reset /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119A1-0736-4AAA-BD08-47A2FA9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‏customer ثابت + database clean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B71CB-82E0-4E4A-9851-BFDA922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93851-F653-4FB1-AE7B-145AAA9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00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workshop-02</a:t>
            </a:r>
          </a:p>
        </p:txBody>
      </p:sp>
    </p:spTree>
    <p:extLst>
      <p:ext uri="{BB962C8B-B14F-4D97-AF65-F5344CB8AC3E}">
        <p14:creationId xmlns:p14="http://schemas.microsoft.com/office/powerpoint/2010/main" val="12038503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0878F-E8F8-44EB-82E1-78FAEEE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259AD-60E3-4501-BB0B-B9E476F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‏Eventual Consistency یک Timeline است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877CE-76C9-45BF-AC46-F4FFF0B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62402-8904-4A85-9B72-54435ED7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ED0B2-5A99-4FE3-8D6B-25C0C3C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EDCFA-9DE6-4572-A14F-F520594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56846-8C86-4E73-BB60-E97DF61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259A-63FF-406D-B242-4F1629F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‏T0 · 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5A3DF-7D5E-454F-9829-B255038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F32E1-FF74-496E-B16D-D57E1EA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08990-15B7-4241-907D-EC17A39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‏T1 ·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87CB8-29D4-43E6-8231-3C1D0E7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30C6-F196-4896-A7D7-044F8FA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846AF-AFAF-4466-B3C3-E48EFF3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‏T2 ·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CBF33-FA01-459E-BE7D-A923546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75835-3D94-45A1-A8D6-2BF58A7B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E4D9B-AA34-4E7B-A95D-A69B7882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‏T3 · Balance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62313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10276" y="3362325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58238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1768783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C3B7D-B8A7-424C-A2B3-DE0C4B0D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67888-7E77-4F7F-8311-E866A56D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‏Delivery با Business Effect فرق دارد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0D023-D640-4BEC-B4BC-BC9AA4C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0F366-FE03-496D-856B-7594FDC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DA172-E6B3-4F82-AC53-E6D9A66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28A35-CB74-4FD5-B662-1DFD2B47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D9B4-8770-44C3-A164-C276808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D7E56-F6EE-45BB-A912-BCF5204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‏At-most-once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BDF94-501B-441D-B220-3DFB16DD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‏ممکن است از دست برود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4108F-EC81-433E-8A8D-C527962F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4C05-2478-4160-826E-A872DF7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397E7-3636-4869-941D-26201B1A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‏At-least-once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C497A-7B0D-484C-8C20-2139FD26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‏ممکن است تکرار شود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9BC9B-1B8B-4A45-AD17-A2EAE9E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E02DC-0B04-434B-9746-96C26D9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02536-3764-4009-97CC-FD26BD3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‏Exactly-once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28007-8D9E-4126-9A2D-DA1E3F89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‏با idempotency در دامنه</a:t>
            </a:r>
          </a:p>
        </p:txBody>
      </p:sp>
    </p:spTree>
    <p:extLst>
      <p:ext uri="{BB962C8B-B14F-4D97-AF65-F5344CB8AC3E}">
        <p14:creationId xmlns:p14="http://schemas.microsoft.com/office/powerpoint/2010/main" val="124804176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41A56-1C20-49DC-A859-585DA09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0B789-3A56-489F-BCC7-8524802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‏Demo · Failure Injection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A482A-2A30-4D7B-BF1A-E3429221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58A3-4352-490F-8235-1ABB9EDA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3EAE8-11BF-4DF5-AA00-E1A17D4E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B91AE-0E75-45CF-B6AC-120168C1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B742E-ED8F-4665-B405-7F62C307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0D2D6-30ED-44AC-85E5-899E16A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EC23B-5EA3-4A88-93B9-73FCECD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‏Lost message را واقعی ببین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00AC-C453-436F-85E4-D1FEF9F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B3E83-57F4-4451-8AD0-8D30A1EA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72A54-CA3A-4D6B-86A5-01B6136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EDC83-4342-4F40-8349-ACA6A7B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‏RabbitMQ خاموش → Payment ثبت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08E6A-7476-4358-86A1-9E279D6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DB2A-3522-4B1E-95ED-9217DEB9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3F9B6-BD3D-45C2-8C34-85151405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‏Expected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4608F-8349-4560-81F8-E545C9C6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 ذخیره؛ publish fail؛ replay نداریم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669E2-317C-48A8-92F8-E95367BA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F00B7-5058-40A9-B265-060E62C0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6ABC9-0EA4-4DAB-96B8-62F2F180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‏Reset /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2BCEB-0E27-43BE-8DA0-38006F6C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‏broker را بالا بیاور؛ داده را بررسی کن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5F535-717E-4F93-8BD5-39B56F40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FDE8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6C92A-A607-44B8-8C25-9C55C334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00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workshop-02</a:t>
            </a:r>
          </a:p>
        </p:txBody>
      </p:sp>
    </p:spTree>
    <p:extLst>
      <p:ext uri="{BB962C8B-B14F-4D97-AF65-F5344CB8AC3E}">
        <p14:creationId xmlns:p14="http://schemas.microsoft.com/office/powerpoint/2010/main" val="116037457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B7306-93BB-4268-930C-9222C59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4589E-BDBC-43E8-8984-45DFD779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‏پنجره‌ی Lost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C0811-BEC2-48E5-AF3A-11372411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C1037-ED3C-440C-AE19-F8A8CBF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FEC78-A0BC-4CC9-85C3-085B499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20E0C-7230-4AA5-BCF2-E3114E28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B6259-D805-4E10-9238-90438C3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0E0B-5A9E-4E61-BC0B-5C9791B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15BF8-FDCF-4C94-9E8B-2EC4F2B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78411-B682-4F4C-95AA-A05A8467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0F1C7-56C5-41ED-8979-1A79141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39E76-FE4A-42D6-B720-86B6783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85ADD-DB46-460F-A21E-44266A2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43F21-78D4-4880-9E79-F43C796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8EE75-8CBE-4E19-A43A-73A0881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600F9-19BD-4F96-BD35-D132582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Broker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A6415-A8BF-42B8-A13A-0B57A78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1B073-6379-43B3-966B-E4F51D8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438400"/>
            <a:ext cx="3987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D7E25-BE1F-4D35-9122-C9E7D79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‏COMMIT 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57C16-4336-40EB-896F-59DDF2E4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33528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CCE51-0DEC-4B48-A573-B73524F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‏CRASH 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C42F2-6A64-4C2E-B875-7A4F381F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42672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BD2C3-8452-4EA6-9D42-965ECAA1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‏PUBLISH انجام نشد</a:t>
            </a:r>
          </a:p>
        </p:txBody>
      </p:sp>
    </p:spTree>
    <p:extLst>
      <p:ext uri="{BB962C8B-B14F-4D97-AF65-F5344CB8AC3E}">
        <p14:creationId xmlns:p14="http://schemas.microsoft.com/office/powerpoint/2010/main" val="9168095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56DE5-FAC2-4FCB-8F4A-241AFF6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DB75B-943E-4104-BED9-35DA84A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‏Timeout · بودجه‌ی انتظار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784C8-B554-4596-90EC-6589F1EF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3E33-9893-4082-AC91-B608559C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7D77-67DF-441A-AEAB-E8FFA33D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23CEF-DB18-4A41-87D3-56D46B9D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55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800ms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5E3F6-F9C1-463F-8F53-591D248F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8810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F093B-8A16-4DAA-BD21-9C99184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8810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49DD6-D43D-4C9E-8049-393E006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8810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100ms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A4A7E-D81D-470B-852C-5020EAE1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2428875"/>
            <a:ext cx="220265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CC499-06F6-4DC6-823F-7303E8BB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286125"/>
            <a:ext cx="220265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56795-F7A3-46ED-A033-D8E44146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2571750"/>
            <a:ext cx="22026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250ms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4F8CD-6003-428D-BF7D-C99BACCF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69" y="2428875"/>
            <a:ext cx="308371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69C43-C6D5-4C85-8181-F7581B5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69" y="3286125"/>
            <a:ext cx="308371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Dependency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149D1-0EB6-415E-A1CE-43EDE2D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69" y="2571750"/>
            <a:ext cx="308371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350ms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96B5E-887F-4D3A-AF68-1D636E2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2428875"/>
            <a:ext cx="8810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5F6F9-7D42-4417-A784-592F6A48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3286125"/>
            <a:ext cx="8810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5DBED-DC39-45EC-98F0-189DD136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2571750"/>
            <a:ext cx="8810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100ms</a:t>
            </a:r>
          </a:p>
        </p:txBody>
      </p:sp>
    </p:spTree>
    <p:extLst>
      <p:ext uri="{BB962C8B-B14F-4D97-AF65-F5344CB8AC3E}">
        <p14:creationId xmlns:p14="http://schemas.microsoft.com/office/powerpoint/2010/main" val="164113565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18C6B-0371-4E4C-B7BF-E5BBB69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B15C-ED2A-40C1-82E0-D722DAC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‏Retry می‌تواند خطا را تکثیر کند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C04EB-3072-4BBF-B29F-25A2B764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9727-7327-47D4-A9D9-71C76F9F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4059A-74FE-48F9-8D79-88091E29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4E309-E1B8-44F1-92CC-DA2BF7F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3916B-E555-4B10-BCC4-F3F64119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78472-789E-4981-8ACA-EA66BD0D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66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‏فقط خطای transient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9011F-69F7-4FE0-A317-1E5AAA4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5F720-8EDB-4673-8E46-13A4E5A5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C3461-4694-462B-8CDA-338FFD6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‏تعداد محدود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EB260-203F-42D3-80D1-21008B2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2BF68-1DD3-4542-A92E-3FFC2E9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FF3AE-73B0-487C-87C8-F7B086E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‏backoff + jitter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D3701-91AF-4818-9384-39BA7C02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FBF33-4D2C-4D35-BBF4-54ABFE2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defRPr>
            </a:pPr>
            <a:r>
              <a:rPr sz="1800" b="1">
                <a:solidFill>
                  <a:srgbClr val="FFFFFF"/>
                </a:solidFill>
                <a:latin typeface="IRANYekan"/>
                <a:ea typeface="IRANYekan"/>
                <a:cs typeface="IRANYekan"/>
              </a:rPr>
              <a:t>‏✓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1B97D-3FAB-4CB0-AE3E-D5352555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6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‏عملیات idempotent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CB2D-8CE4-4A72-9B70-17B3B15A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AD483-B43F-43D8-9492-E8DFC9C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107EA-58B6-4538-B0A2-E1DCD4D9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‏هشدار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4B078-93CB-449E-8363-A17E7B37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514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‏روی Charge بدون idempotency، retry می‌تواند پرداخت تکراری بسازد</a:t>
            </a:r>
          </a:p>
        </p:txBody>
      </p:sp>
    </p:spTree>
    <p:extLst>
      <p:ext uri="{BB962C8B-B14F-4D97-AF65-F5344CB8AC3E}">
        <p14:creationId xmlns:p14="http://schemas.microsoft.com/office/powerpoint/2010/main" val="151756060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C64FF-37C5-4F4B-A380-19976ABA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C2535-F8B2-4F93-87FD-09C98A6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‏Circuit Breaker جلوی شکست آبشاری را می‌گیرد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F1B48-599D-4E00-B15E-E6720E1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7D43A-1951-41D0-99D6-4B09227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AE37-14AA-4C24-871A-80AF9EA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73D56-D2C0-4AED-BBA6-44E93A1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B8494-4B2B-4A13-AA03-F60E88AD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5695F-35EE-46E2-986C-EED69834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Closed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0FB5D-14B9-4D56-B63F-98F34221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A676F-D9B4-4077-9FE2-2670537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B7F88-67A0-41D5-8958-E093F5F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5DC79-AC07-4F09-8661-CABA9F26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5D526-DBC5-4FB8-B27D-E2B0557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AECD7-A8AD-44B2-B08D-31F66498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Half-open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3000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48500" y="3000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2" idx="0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381250" y="24765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05574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5CF90-00E8-4369-A865-BDF4903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7F9BF-8522-4F0F-B5BB-3AB8B2E4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‏Service Discovery در این کارگاه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BC31E-F7D6-4ADD-A2AC-2B242C2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C9E9-7EBA-4018-971E-5F6E02E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DED08-562C-4E53-BDAD-03AEAB3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DFA53-689E-46F4-B20F-18BB89E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E4107-ADDE-4B3B-A866-E450F9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88DC1-57F6-4CD2-B8A6-C40B4E8C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86FCF-1B5C-4B28-A260-E3EE21B2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Docker DNS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نام سرویس در compose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port داخلی ثابت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91007-CCFB-4D3E-8107-ECB46A67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1F348-3345-4D34-8CF2-825ECDCC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B11E9-9A08-4C7A-BECD-0B2B3DC2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‏Production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AA229-044E-41C9-B35F-E3F23D1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Kubernetes Service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Consul یا platform registry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health-aware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239CE-3EF4-4CCE-A1C4-0834E66A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676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2E781-2AD4-48E3-A033-88FDD5A3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0540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‏کد نباید IP ثابت بداند</a:t>
            </a:r>
          </a:p>
        </p:txBody>
      </p:sp>
    </p:spTree>
    <p:extLst>
      <p:ext uri="{BB962C8B-B14F-4D97-AF65-F5344CB8AC3E}">
        <p14:creationId xmlns:p14="http://schemas.microsoft.com/office/powerpoint/2010/main" val="111512607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0AB2D-49DD-4746-B637-57D23C2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1A901-0002-476A-B35D-ECECC38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‏سؤال پل به جلسه‌ی سوم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DBF32-3AD0-4BE0-873B-B396AE91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۲ ·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05077-185B-4766-B79C-1442504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A6B8A-CA35-485D-A9A7-AF89822B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BFB13-C109-4AC5-AF30-E72B664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8E4"/>
          </a:solidFill>
          <a:ln xmlns:a="http://schemas.openxmlformats.org/drawingml/2006/main" w="0">
            <a:solidFill>
              <a:srgbClr val="FD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8185B-DF8F-414B-8961-DB098C3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D54C-9FF4-4EEF-8958-CCECF97D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‏چگونه state و intent انتشار را اتمیک کنیم، بدون 2PC؟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38E61-291A-4C51-874E-A149431F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FDE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FEED4-B426-42AB-9438-16AA3228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‏Payment + Outbox</a:t>
            </a:r>
          </a:p>
        </p:txBody>
      </p:sp>
    </p:spTree>
    <p:extLst>
      <p:ext uri="{BB962C8B-B14F-4D97-AF65-F5344CB8AC3E}">
        <p14:creationId xmlns:p14="http://schemas.microsoft.com/office/powerpoint/2010/main" val="207551039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6DABD-16D1-4621-A6E4-860DE722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-1428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0EC25-272E-424B-997B-D2E6AFB8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7F6CA-CCC1-4682-87F2-04BE5D8E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defRPr>
            </a:pPr>
            <a:r>
              <a:rPr sz="1350" b="1">
                <a:solidFill>
                  <a:srgbClr val="F4B942"/>
                </a:solidFill>
                <a:latin typeface="IRANYekan"/>
                <a:ea typeface="IRANYekan"/>
                <a:cs typeface="IRANYekan"/>
              </a:rPr>
              <a:t>‏جلسه‌ی سوم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834A-2EAB-4368-9EA8-205D4A8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480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‏قابلیت اطمینان و مهاجرت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83A12-5203-42BC-B90C-FF8E7073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defRPr>
            </a:pPr>
            <a:r>
              <a:rPr sz="2400" b="0">
                <a:solidFill>
                  <a:srgbClr val="DDF5F3"/>
                </a:solidFill>
                <a:latin typeface="IRANYekan Medium"/>
                <a:ea typeface="IRANYekan Medium"/>
                <a:cs typeface="IRANYekan Medium"/>
              </a:rPr>
              <a:t>‏بدون مهاجرت یک‌باره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DE1C5-FB96-4C12-8D7A-C09410B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13350" b="1">
                <a:solidFill>
                  <a:srgbClr val="FFFFFF"/>
                </a:solidFill>
                <a:latin typeface="IRANYekan ExtraBlack"/>
                <a:ea typeface="IRANYekan ExtraBlack"/>
                <a:cs typeface="IRANYekan ExtraBlack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15537-7032-4DBA-B5AD-6D611A1B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defRPr>
            </a:pPr>
            <a:r>
              <a:rPr sz="1200" b="0">
                <a:solidFill>
                  <a:srgbClr val="D9E4E8"/>
                </a:solidFill>
                <a:latin typeface="IRANYekan"/>
                <a:ea typeface="IRANYekan"/>
                <a:cs typeface="IRANYekan"/>
              </a:rPr>
              <a:t>SmartShop · Architecture Workshop</a:t>
            </a:r>
          </a:p>
        </p:txBody>
      </p:sp>
    </p:spTree>
    <p:extLst>
      <p:ext uri="{BB962C8B-B14F-4D97-AF65-F5344CB8AC3E}">
        <p14:creationId xmlns:p14="http://schemas.microsoft.com/office/powerpoint/2010/main" val="105157351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EC11-9823-4871-A83F-D5FEBB6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18883-1100-4CAD-AC52-509C0F80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‏سه Failure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8CE87-3163-4715-9BB5-9D511C4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33A3-6172-4617-A3F0-BF016BFA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0D279-DB91-40B1-8499-9C950F8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84CF9-648F-44D8-BFE4-E2ED6FC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15EBC-620B-47A6-8C06-F9434F80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A2E0B-1465-4B2E-A288-0F9824F6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EEF1F-3D58-454C-96C1-F9A0971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‏commit بدون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B02E9-8C21-462F-A36E-11305725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68757-6DFB-43A7-93E2-6FE0E582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1A9CA-F139-4788-A986-9CDFA543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266FE-32F7-4600-A7EE-0FFA7955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‏publish بدون mark outbox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BED41-15CD-4544-B315-B4A7F0C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981200"/>
            <a:ext cx="349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1D73F-DC16-4C98-95E8-F17AE2D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981200"/>
            <a:ext cx="349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78EB4-33B2-44A3-A469-2254C8B2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152650"/>
            <a:ext cx="314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7471E-B528-4359-B51D-3DA9454D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667000"/>
            <a:ext cx="31496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‏consumer commit بدون ack</a:t>
            </a:r>
          </a:p>
        </p:txBody>
      </p:sp>
    </p:spTree>
    <p:extLst>
      <p:ext uri="{BB962C8B-B14F-4D97-AF65-F5344CB8AC3E}">
        <p14:creationId xmlns:p14="http://schemas.microsoft.com/office/powerpoint/2010/main" val="173679085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C8D76-9BF3-487E-A1EE-A21C617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48969-1956-4CB2-A440-322D3AF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‏مسئله‌ی Dual 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EC785-FB59-45C7-982D-86358A29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B3FA3-6D24-470E-AF97-B52BF4E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E170-12B9-4935-9EAD-93A3B12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AE4C9-9E0A-4458-B2FE-AB416761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8E4"/>
          </a:solidFill>
          <a:ln xmlns:a="http://schemas.openxmlformats.org/drawingml/2006/main" w="0">
            <a:solidFill>
              <a:srgbClr val="FDE8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92D8C-486E-481A-B8B3-0774F345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8850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13C7C-74BB-429E-9439-DFC96F9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defRPr>
            </a:pPr>
            <a:r>
              <a:rPr sz="3675" b="1">
                <a:solidFill>
                  <a:srgbClr val="102A43"/>
                </a:solidFill>
                <a:latin typeface="IRANYekan ExtraBlack"/>
                <a:ea typeface="IRANYekan ExtraBlack"/>
                <a:cs typeface="IRANYekan ExtraBlack"/>
              </a:rPr>
              <a:t>‏دو resource مستقل، یک transaction محلی ندارند.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B8FB9-A546-4BC9-AD1B-135F0AAB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FDE8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BEADB-2A1C-4E8F-8341-0586FAB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957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‏Database ≠ Broker</a:t>
            </a:r>
          </a:p>
        </p:txBody>
      </p:sp>
    </p:spTree>
    <p:extLst>
      <p:ext uri="{BB962C8B-B14F-4D97-AF65-F5344CB8AC3E}">
        <p14:creationId xmlns:p14="http://schemas.microsoft.com/office/powerpoint/2010/main" val="113606994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7B9AB-62B5-4F7C-ACB0-47187AED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9B325-55E1-49F1-9538-73B3FF1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‏Transactional Outbox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32EE-6085-4769-B5A5-5970D7BF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DFD51-F3B0-4001-8BD4-E5EF806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B823-FEA1-4F2C-B997-A734D6B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A469E-A429-489C-B680-B2243F5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394EF-C383-49F2-BC01-E6D63077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81760-0BAA-4ABF-B52C-0FADC0BD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75E22-6753-416B-91C2-B38866B8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1329C-108C-45C2-86EA-BD8A0BA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9DE8-B3A1-422F-BCF9-9BAA6E1D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OutboxMessage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08D30-3C71-447E-9AA5-13E8D1A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E9581-0E34-413D-8421-4F242C7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4E8E1-42B1-4D97-9FD4-1EDA629B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Local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56241-A5BE-4515-AA10-06325FB0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4C044-6A16-4D14-B650-4E5DBFD0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96AFF-1C03-4281-AFA4-D2C8AE50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76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Publisher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4F58C-79D6-4B17-8D84-C9B1599A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E05C5-3BC4-4F77-952E-2B9B1AF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E27B9-7C85-4CA3-ADFF-AF50E167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162300" y="2514600"/>
            <a:ext cx="2286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257800" y="2514600"/>
            <a:ext cx="190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448300" y="2514600"/>
            <a:ext cx="209550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543800" y="3467100"/>
            <a:ext cx="952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97F2D-F7EB-4570-964B-D8595B53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‏State و publish intent در یک transaction</a:t>
            </a:r>
          </a:p>
        </p:txBody>
      </p:sp>
    </p:spTree>
    <p:extLst>
      <p:ext uri="{BB962C8B-B14F-4D97-AF65-F5344CB8AC3E}">
        <p14:creationId xmlns:p14="http://schemas.microsoft.com/office/powerpoint/2010/main" val="140776830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24961-7ACC-4759-9543-239203EE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7D597-7CF9-4F0D-B2B2-649C8C5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‏سمت Producer دقیقاً چه اتمیک است؟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D0EF4-332D-4BA0-8E75-42E35868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E8D35-64E9-4E06-8E7A-A3C6A5A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BED16-922E-4445-AB15-282D0E2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8CD75-1CB6-49D9-B93E-1830E29F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39BAD-392B-4099-A12B-47191F9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BCD6C-0C68-4F51-BDCE-E42E1BF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Local 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11A1C-514B-4781-BE27-0ED13549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AADB2-E25D-4436-B0BB-1FFEA8C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54EE9-66FF-4CAC-BE32-92EB3B9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Poll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9A0B1-300A-4A0E-BBFB-2D744FEE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4E6E4-27A2-45F2-979D-D992A58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D36B1-C6B2-4F37-84A9-75FEDAC5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D4F20-A498-4693-9569-77A2A0BC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743200"/>
            <a:ext cx="2576513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35202-A870-457D-ADC5-BEB3C1A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79BDE-165C-46E8-AF02-FA8ADBE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838450"/>
            <a:ext cx="23288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Mark processed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62313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10276" y="3362325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58238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6565945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1E9FD-26AE-43A0-9ACC-8BDE7FE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5F220-6FD9-4685-B0B5-9883553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‏چرا Consumer دوباره پیام را می‌بیند؟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A830E-E58E-4C12-9961-8C69C42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49AC-5648-4449-A20B-535BD367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456D3-00E5-46E8-9AA9-9999B89C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2CDEB-2D9F-4DFE-875D-DAAA40E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DAA9-4871-4FEF-BAE5-67548588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AA26A-CC49-448C-8A1D-5639203D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Consumer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AEB67-695C-470C-B161-478195C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A4EE5-043F-4920-AFD4-71392D47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5F1BA-10E5-4F79-B298-1EA22640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342EC-BD1D-4B23-B5E8-233BEB23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12AEF-86B2-493A-A3DC-70F66B40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7D808-33D2-4DF0-BD69-CA967A3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2844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20883-4A52-4E49-BC5C-D9BF39A0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314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6B6C1-0589-4C1D-A788-C44EB4F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1409700"/>
            <a:ext cx="259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Broker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2D58F-9B3C-47A8-8884-9B029CA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2019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49581-7809-44B2-8B1A-62B06533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438400"/>
            <a:ext cx="3987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4BCE3-3AF1-4FE9-8892-20FBD33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‏Business commit 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81476-1966-434E-8665-81D6AC7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33528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3BC7D-2D01-49EC-A119-0A15F0E1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F6351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EF6351"/>
                </a:solidFill>
                <a:latin typeface="IRANYekan"/>
                <a:ea typeface="IRANYekan"/>
                <a:cs typeface="IRANYekan"/>
              </a:rPr>
              <a:t>‏CRASH 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B7F2E-442B-406A-8AC3-DB3AD073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4267200"/>
            <a:ext cx="7975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1EF72-6EA3-4E6A-B8DE-BFEEFA69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‏ACK نرسید → Redelivery</a:t>
            </a:r>
          </a:p>
        </p:txBody>
      </p:sp>
    </p:spTree>
    <p:extLst>
      <p:ext uri="{BB962C8B-B14F-4D97-AF65-F5344CB8AC3E}">
        <p14:creationId xmlns:p14="http://schemas.microsoft.com/office/powerpoint/2010/main" val="164526245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A6FF0-4B73-4E3A-B250-7ACFBBA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93D47-7CD5-4AC6-9721-A02CB4A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‏Idempotent Consumer و Inbox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3D301-01E5-4ADC-BF9A-C42CDCB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6A732-F6E5-408A-B36C-59706066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5F35B-439C-4786-8B2B-340CB7A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7CE03-B2FC-409D-970A-A0401C6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E1719-8E1A-4D9A-9612-E19C565B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55DF7-E01F-45D4-9046-C793793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EventId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FA063-2824-40C8-8607-1C0396E9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DDB3B-EA47-428D-B1F7-FA3693C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13B66-92C9-440F-8A1D-A825A5F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Inbox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68B74-D111-4A8C-838E-B7A3B69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B0F60-4219-4088-A816-215CFE8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FF057-A196-4680-AB81-4841C202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LoyaltyTransaction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2EB44-CEEF-48CE-8948-8575870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10D12-36BE-41A5-A024-B9C8A678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B3642-1ADA-4BBA-B2CE-8E75A4EC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Balance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7448550" y="2705100"/>
            <a:ext cx="2095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1D66B-AFE6-46A6-8092-A38D8B3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‏اثر business و ProcessedMessage در یک transaction</a:t>
            </a:r>
          </a:p>
        </p:txBody>
      </p:sp>
    </p:spTree>
    <p:extLst>
      <p:ext uri="{BB962C8B-B14F-4D97-AF65-F5344CB8AC3E}">
        <p14:creationId xmlns:p14="http://schemas.microsoft.com/office/powerpoint/2010/main" val="124275950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F044E-32EC-4320-9501-D3A6EA6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455F-DBE1-41DE-9C1E-9F76680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‏Transaction Boundary را رسم کنید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B1467-96CE-470B-8B97-9B4123D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65A1F-95E1-4446-80DE-7B3935E2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18AE7-265E-4323-929F-0773795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9AFAD-5B35-4B41-85B2-2B650375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51BFF-7764-4227-BE42-13FD713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14DF6-A9D8-40C6-98CE-37308FC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347C1-624F-450C-AFA4-53348A8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52EEE-19EC-4487-BB50-A9EB0EA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1A3A5-72E1-40C0-A9F4-F693254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‏دو boundary مستقل Producer و Consumer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24BE7-C77E-40CF-A640-4F5A3C5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97531-4E02-40D4-B6BE-EE938E5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4C14A-A4F7-4C5E-84EE-9992CE5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FA358-1A43-4E0F-AFD6-F96E89BD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 + Outbox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AE69B-2701-4699-BC8F-2D6FCC3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7D333-8B67-4A75-BD1D-E6FE025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04396-6210-464C-A2E2-95CB6AD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62875-5770-4521-836B-A31762F1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‏Inbox + Loyalty 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7B6C1-7EE4-4FF9-BDF5-F32CD3CB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0DB6D-16A0-4D9B-9905-A06D0DC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4BB51-336B-46CD-9CEA-83A4F714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97AE6-E5E5-406F-8650-46B0B9FC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909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‏نه transaction مشترک SQL + RabbitMQ</a:t>
            </a:r>
          </a:p>
        </p:txBody>
      </p:sp>
    </p:spTree>
    <p:extLst>
      <p:ext uri="{BB962C8B-B14F-4D97-AF65-F5344CB8AC3E}">
        <p14:creationId xmlns:p14="http://schemas.microsoft.com/office/powerpoint/2010/main" val="45899888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33C0C-E307-4DE7-9157-49414E33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0A485-184C-4F24-AFE0-136262A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‏Demo · Checkpoint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4849-D3CB-4DC3-B0EA-E5D6DAB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A951D-E37F-49BC-84D8-187E377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792D2-7BA7-4F0A-AC61-5821D247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7512F-C9B3-4090-B188-19DD188C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1024E-6011-4008-8C81-D635D1B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45A99-352F-4ACC-9F37-3E16BDC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91418-9C6A-4987-90F1-8AAEDFE6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‏Recovery و duplicate-safe effect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A221D-2A1F-492E-AA3E-DB60504F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02B9C-D2FE-41EA-A687-0AB7642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0F456-1C70-4CDA-A192-19400C7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F530C-C2DB-425F-96F3-8D4EFDEF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‏broker down → payment → broker up →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57EDB-9688-45F6-9786-A70379E9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43ACE-BE9F-4F37-B085-B46BFC6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5799A-4D09-4153-88D9-FE056FD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‏Expected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B4A09-960B-4CD0-9345-808ABED2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‏outbox pending سپس processed؛ balance فقط یک بار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2F878-9458-4CC3-9750-C1D12D15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0892E-6949-4881-96E1-4A4B88E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06303-D7DA-4A90-B8E5-0BFCEA4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‏Reset /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5B5D2-A387-4B49-B1A8-5AE8E23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‏اسکریپت reset و customer ثابت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394D9-AC29-4462-BA24-F44939EE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EE97F-A223-48E2-90B1-6D579EA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00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workshop-03</a:t>
            </a:r>
          </a:p>
        </p:txBody>
      </p:sp>
    </p:spTree>
    <p:extLst>
      <p:ext uri="{BB962C8B-B14F-4D97-AF65-F5344CB8AC3E}">
        <p14:creationId xmlns:p14="http://schemas.microsoft.com/office/powerpoint/2010/main" val="209873032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E9E77-160E-45A9-9C01-5635483C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857F4-39A0-4038-ADAB-209E1A3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‏Outbox چه چیزی را حل نمی‌کند؟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147C8-1AC7-42A8-A85A-A5B3BA46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68DD3-06B1-4BFA-98EA-F4FD635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87E9C-1EA2-494A-8048-8173EAE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FA958-26F3-4AC1-A50B-A2D579E4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B3EBC-6B83-49D1-B87D-1421C03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874E-EF9B-4779-9DC9-3DF9D210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‏حل می‌کند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D055E-E044-433D-B795-FEEBEE18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commit بدون intent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retry durable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event loss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1B704-03E2-4E4A-B8A2-77ED529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7E0A-83DD-428E-8B15-8C8DC3D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3BE14-98B7-4AB8-ADAF-9859483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‏هنوز با شماست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7730E-49E5-4654-8B42-60E7C2A7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ordering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poison message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retention و locking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schema evolution</a:t>
            </a:r>
          </a:p>
        </p:txBody>
      </p:sp>
    </p:spTree>
    <p:extLst>
      <p:ext uri="{BB962C8B-B14F-4D97-AF65-F5344CB8AC3E}">
        <p14:creationId xmlns:p14="http://schemas.microsoft.com/office/powerpoint/2010/main" val="184301135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124E4-D850-487D-B837-6C548B1C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BE58-549F-4702-AD40-21D82BF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‏حالا Payments را استخراج کنیم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367D6-68FA-4BCC-8567-8845039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A56B7-F0BD-4D4A-9949-D6655C9A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4AC7-93CC-4935-8625-C7CE1464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5C9A7-4001-4C0B-A16C-5A37D66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1E2CF-F51A-4512-A39A-BE73B95B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90720-74B6-4BD5-8085-03D2C605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AB80D-E72E-4AAF-A60A-87DBA28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A00B7-FB3F-44A4-B12B-0BE05710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4DC18-F869-4566-95A0-8EFD48C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 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D8087-6EF1-4D9A-90FB-D3F6A639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C28EC-570E-4136-989C-5FE7F89E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6B6B-8973-43A5-9338-96D900D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Shared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23AC9-F1BD-4CD4-89AF-9C43944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285F0-565A-4C7A-9592-1B7DA039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799D5-239E-439A-AC5B-B9BDD1C3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767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58F54-2835-4640-8581-BCEB94D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6890F-9E9A-451D-A38A-7812688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7BCF1-9F1C-421A-9AED-BBDC03DF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5257800" y="2514600"/>
            <a:ext cx="190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F6351"/>
            </a:solidFill>
            <a:prstDash val="dash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257800" y="34671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448300" y="3467100"/>
            <a:ext cx="51435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1D327-5A3F-4825-AA01-4BD5C74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‏قبل از جداسازی، coupling map را ببین</a:t>
            </a:r>
          </a:p>
        </p:txBody>
      </p:sp>
    </p:spTree>
    <p:extLst>
      <p:ext uri="{BB962C8B-B14F-4D97-AF65-F5344CB8AC3E}">
        <p14:creationId xmlns:p14="http://schemas.microsoft.com/office/powerpoint/2010/main" val="63264599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DEB92-E592-4A4F-8D51-37250F41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89A1-2EEC-482D-891B-D8B67C63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‏اولین Seam کجاست؟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14F0A-479E-4475-B5F5-0C8998DF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743A3-DE68-46CA-9CFE-7CECA875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F19F-6A12-4D38-87D5-5C4AA62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FC79-ADD6-491F-A555-E3B876CE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EA4C1-6746-4BBB-8483-220FA54A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7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‏تمرین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1F7FC-22AB-4217-86A5-C19C817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73B5-82F3-40DC-A200-D85A496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‏۱۰ دقیقه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442D3-1E63-4120-8194-9D75BF5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‏خروجی قابل تحویل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FF9BC-ABAE-4AEE-A700-50E174A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1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‏Route · Contract · Data owner · Rollback ·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71345-7658-4E04-8903-F147FC77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D8474-E59F-4884-BFEF-B29FE7F5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56DD5-A4F8-4C97-AD2F-C3F4F003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1FA9A-E032-4EC9-B78B-C034B1A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‏کدام route؟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67FB5-6D15-4B4D-8D1D-9AF6C4CF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19C27-90D4-4290-AC90-81ECC67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B2A6C-00EE-4DF5-BBB5-662229B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FF88A-9C81-4D9D-9FCE-B7AE13B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‏چه داده‌ای باید منتقل شود؟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0533B-3787-4285-A6BB-A8F53D4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FA77F-840C-436D-BF15-810E9D9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3714750"/>
            <a:ext cx="330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87325-CE6B-4DF5-84FF-BE722E1D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886200"/>
            <a:ext cx="295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8B42A-0933-46DC-A719-C38EBC0F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324350"/>
            <a:ext cx="295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‏چطور برمی‌گردیم؟</a:t>
            </a:r>
          </a:p>
        </p:txBody>
      </p:sp>
    </p:spTree>
    <p:extLst>
      <p:ext uri="{BB962C8B-B14F-4D97-AF65-F5344CB8AC3E}">
        <p14:creationId xmlns:p14="http://schemas.microsoft.com/office/powerpoint/2010/main" val="94219312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1F68-B74B-4C43-A00C-BD9AC330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55279-2216-4BAB-8F29-632D5853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‏Strangler Fig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67636-1FD7-4DBF-9202-F5D95D5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D251-1423-4E8E-8376-E412AAF1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44F39-B1BB-4D68-8A7A-5EB12D5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7D21-E514-4BB0-95C5-B85E0FA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EBEDC-0FED-4EDE-A816-C11F9D7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303BC-8190-406E-8F4F-137179D8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21FB0-AA84-44B3-87E6-BC95026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EC5AA-7189-4E8C-81E5-04EE3BA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A4AB-7C4D-47FB-B485-437386B2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A37FC-C98E-4036-B3AB-60A83F5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082E5-EDFA-43E3-8B2F-8FBF344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CF889-79AF-4966-AC44-C6AA90E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472C2-04A7-40DF-B72F-A4A751C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97B6B-86DA-41CB-A7FB-7F1BA4B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AEF95-78D5-4F90-A012-B83283A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New Payments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3371850"/>
            <a:ext cx="952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C3593-9CAA-42E9-9883-05FDFDE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‏Route-by-route replacement</a:t>
            </a:r>
          </a:p>
        </p:txBody>
      </p:sp>
    </p:spTree>
    <p:extLst>
      <p:ext uri="{BB962C8B-B14F-4D97-AF65-F5344CB8AC3E}">
        <p14:creationId xmlns:p14="http://schemas.microsoft.com/office/powerpoint/2010/main" val="13583031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90BE9-3F7A-44C3-A812-53EE91C8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EAC78-2E38-4B6D-8F3A-ADF6F9DF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‏Route Map قبل و بعد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3F398-7993-4146-9E7E-FEB74896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CA651-A514-4BC3-BCAF-A3B7FB7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D0A13-C014-4BD8-AE30-50C9B0A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57CC8-1D78-40D5-8CDD-AA322DE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70721-02E6-49EE-A780-1667E20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14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قبل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167BB-9BA4-46BC-AEB2-B892A62B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بعد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E10CB-5FD1-4437-8673-1CE2E73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A81EF-BD9C-4D7B-896B-2B585B1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/api/catalog/**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03EFC-7C18-47E7-B2C4-3A821C9A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288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C6DE9-0A64-4DFE-9E54-6FCE9D3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288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1CF74-1AF7-4FCB-A712-AB248AA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CC54C-DBCA-4788-A5BF-6F762FA3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/api/orders/**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E4C2E-37E2-425A-B18E-7B71658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289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FBF52-E5EA-4C35-A611-70B18010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C859B-4905-4B1B-A367-C62A5CA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0BEF0-3A48-485A-B915-BF1AD20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/api/payments/**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1071F-BEE8-4528-8C25-917F976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290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Monolith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D4D39-1FFD-477E-B935-1A9B59E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290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0B864-C8B9-4A66-BB24-B22C377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E55F9-F2A6-42D5-BA09-4C40D22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/api/loyalty/**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514AB-0009-4BAE-BC01-9C94B27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29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275" b="0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ACA73-64FB-44DC-A35B-2BF92EBD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291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27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</p:spTree>
    <p:extLst>
      <p:ext uri="{BB962C8B-B14F-4D97-AF65-F5344CB8AC3E}">
        <p14:creationId xmlns:p14="http://schemas.microsoft.com/office/powerpoint/2010/main" val="94804046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A63AB-475C-490E-BABC-224097B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D8B0C-F0C5-4238-B6D7-9745ED92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‏یک Sync Contract هنوز لازم است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432C6-70B0-4CF8-8953-F0588CB4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1717B-DE1C-49DB-A49C-B697EA35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09227-32F2-4508-B15A-E9C3927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A5DD7-E441-48D9-A716-B2EF7001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282B7-FA15-4F53-91B8-A101AF29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CE4AB-6759-4A2B-8C23-DC64A2EE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2BE85-7E96-47BB-94B6-CD8E4F12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397C4-1E91-48E7-8FC0-6E9665BE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73453-03EE-4A5E-A32B-125B2C6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194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 Internal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F9625-652D-4F37-8C84-A5792B99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7E0BF-191C-4726-9B33-1A629AAC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5A210-DB95-4BAE-AEDF-238A87A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 DB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33800" y="35623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58050" y="35623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1D15C-2186-46EC-8681-354A7C3E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‏برای تصمیم charge، پاسخ همین حالا لازم است</a:t>
            </a:r>
          </a:p>
        </p:txBody>
      </p:sp>
    </p:spTree>
    <p:extLst>
      <p:ext uri="{BB962C8B-B14F-4D97-AF65-F5344CB8AC3E}">
        <p14:creationId xmlns:p14="http://schemas.microsoft.com/office/powerpoint/2010/main" val="193602266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818EF-D736-4538-8CB2-5C017FFA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F968-4A43-4E74-87E4-F00E44AD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‏نتیجه‌ی Payment با Event پخش می‌شود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21EAD-3132-448F-9FFD-C104411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C888A-FF19-4024-890E-D70D03FD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764B1-1CAC-46F8-968B-EB9070E7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208A-86BD-4259-9C98-3BC86219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FCA2E-B45C-45D9-B319-73CB0C7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7977E-004F-4303-8CE3-D829350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5F28-5934-4292-A96C-AD3DD59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454EB-DBA4-4BA7-8F40-D04F948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33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5E71C-6116-4DC2-A56A-CF9844D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RabbitMQ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D2EEF-19A8-401B-B373-EBD5CD7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2FECC-505A-4DD1-9ED4-9FB16F39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112CA-D93F-4F1A-B392-CAC541F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Ordering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E2DAE-31FD-4D8D-9CCD-0C2DD1A3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7EA1D-8643-4A26-8674-525D353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73B9F-7865-4D71-BA86-7B025617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Loyalty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371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96050" y="2705100"/>
            <a:ext cx="952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3371850"/>
            <a:ext cx="952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1EEE2-841A-483E-A2C5-14A19E0D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‏یک fact، چند واکنش مستقل</a:t>
            </a:r>
          </a:p>
        </p:txBody>
      </p:sp>
    </p:spTree>
    <p:extLst>
      <p:ext uri="{BB962C8B-B14F-4D97-AF65-F5344CB8AC3E}">
        <p14:creationId xmlns:p14="http://schemas.microsoft.com/office/powerpoint/2010/main" val="54674914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1383B-10FE-46FF-A0AC-CA542F9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B02B8-BB91-49C9-AC07-1816E20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‏Demo · Checkpoint 04 و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DF518-4D41-4656-97CC-1F27EB2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02204-BCB9-4CB7-891D-48A7413A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0F8B8-66BE-433D-8F3E-EEDE48C7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BCA0-1538-4E2A-8446-25B19053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90044-DDAA-4145-A08B-DC63A9D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5E52-3237-4EE0-81B2-DD5F9D7E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E054D-8833-47DB-98D4-867AD5BF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‏یک URL عمومی، سه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92873-E964-4B16-B324-276CD93B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E3568-AB24-453F-B50D-1A690992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33BF5-1FF1-4818-9528-DFF64F8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7D33E-10E1-4BA8-8032-871259F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‏Payment را از Gateway ثبت کن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F504E-B463-4470-9B65-FB9EF100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89D82-F39C-4F6C-BAA2-A20BAE6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94128-441B-420E-A2FD-FB36F7B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‏Expected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65EB0-E165-4FE8-B97A-756118D7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‏route→Payments؛ Order و Loyalty نهایی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508D5-4CB4-4A07-B9FD-C1C882E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EF29D-DEDF-4EE1-B9FF-1B07D93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21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F99F0-D35F-4864-A562-2CC8E7E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‏Reset /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CF496-5D29-4609-82FE-F39CB004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‏route Payments را به Monolith برگردان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DDEC8-62C7-4677-90AD-475C8A3F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DDF5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36861-9116-4C1F-B03D-D70D2A6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00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23B26D"/>
                </a:solidFill>
                <a:latin typeface="IRANYekan"/>
                <a:ea typeface="IRANYekan"/>
                <a:cs typeface="IRANYekan"/>
              </a:rPr>
              <a:t>workshop-04 / workshop-05</a:t>
            </a:r>
          </a:p>
        </p:txBody>
      </p:sp>
    </p:spTree>
    <p:extLst>
      <p:ext uri="{BB962C8B-B14F-4D97-AF65-F5344CB8AC3E}">
        <p14:creationId xmlns:p14="http://schemas.microsoft.com/office/powerpoint/2010/main" val="50010844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98987-D18D-4736-B576-40E8FB93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C9CAB-BE6E-4B79-A053-6176033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‏Data Cutover و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DAAC8-1645-4FE7-AB57-7C289E6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89371-6DD4-4194-80EA-34583AE0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1BF47-26B5-4F2B-A121-163F408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EBDDF-3968-4BCB-9404-66ED1F7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269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F05BB-7564-4B47-9C03-886F8A7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96B7-8CA6-4A56-9980-E51F08E7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7792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Backfill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56B65-8978-4E55-8831-E57B7E3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743200"/>
            <a:ext cx="20269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4F750-6A50-404F-9597-6E14655A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9FDB3-3C4C-494A-A10D-562E369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838450"/>
            <a:ext cx="17792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Ownership freeze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3FDB4-E3CF-411C-8CA6-AEFDA4F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43200"/>
            <a:ext cx="20269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6A014-9757-4DD0-A261-EF7895F9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D35AB-6D53-448A-A71F-48B3F67A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38450"/>
            <a:ext cx="17792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Cutover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5ED5C-75C0-46C5-9210-5B91117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743200"/>
            <a:ext cx="20269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A6D0D-403E-47AB-A277-E759E13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1FFBE-EED7-470A-9BE4-7D2A582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838450"/>
            <a:ext cx="17792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6ABB5-A7E2-4BC7-A0AB-AD964B3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743200"/>
            <a:ext cx="20269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6965E-879E-4939-A2C7-8DC31DB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7432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181BA-1A51-4649-A0DD-5D8BA6A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838450"/>
            <a:ext cx="17792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Rollback window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1272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1109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0946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07830" y="33623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78543070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D191E-6283-483D-927B-A64CB87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76038-3E76-4484-A564-56646F2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‏Test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46C83-6107-4128-9F5B-0F86D7F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EF72A-1178-4E6B-B0DA-5FED34A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42582-1093-4AD1-9178-A4CA4C5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5C6F1-E3AB-4537-9730-4D12A4F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7363F-0A92-4AF5-978E-4DBFD78E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Unit · قاعده‌ی امتیاز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981BA-B116-4084-A731-876DFF02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05050"/>
            <a:ext cx="752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497C0-98C4-4DB5-97C7-72B57483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526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Architecture · مرز dependency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336DC-9218-4952-801F-26E2377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628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F5EB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EBE62-3D71-4F05-A30B-C861EC03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Integration · DB +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E4402-1D97-44E4-9112-B5AEA159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504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CE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3BB30-FC1A-4E56-9232-0CEB8B6A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52875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Contract · HTTP/Event compatibility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5A9E5-7F83-44E6-B41C-5A64C77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05350"/>
            <a:ext cx="3810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8E4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D5471-D51D-4141-91E6-E607E4C9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52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4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E2E · مسیر حیاتی</a:t>
            </a:r>
          </a:p>
        </p:txBody>
      </p:sp>
    </p:spTree>
    <p:extLst>
      <p:ext uri="{BB962C8B-B14F-4D97-AF65-F5344CB8AC3E}">
        <p14:creationId xmlns:p14="http://schemas.microsoft.com/office/powerpoint/2010/main" val="111418225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F010B-3C34-480C-B31E-1ED23F5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498BB-A5C4-463A-949C-15096F7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‏Observability Minimum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29154-5B6D-4771-B180-8C2A355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7391E-66CF-4156-B987-48E1E520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48C7-40CA-4790-BB11-E1C2F39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2625B-E284-448C-ADD0-23CD4AD3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E88A5-BDA6-4616-A3DC-54EBBAF4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AAFB1-5F63-4FA2-BC67-579A6896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CorrelationId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F4A34-DD33-4EAE-81FC-86D2B8DF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F6BFB-D616-4FD1-992A-F0F82698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812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DAA90-6307-4B74-9EA0-D18D6E1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76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Structured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F94C0-3593-44A6-BBF2-D5620D4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EB5C9-902C-4268-B4B3-BD7BDDB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E662E-CF1C-4584-9838-47772D10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Outbox backlog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73FA2-CF72-4934-B40A-88E4D06E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B7065-896F-4A61-8D62-2235127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DD05C-0521-406C-B386-70B5BDD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76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Consumer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425BF-05A5-4F6D-A8A2-4583EC9B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63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DF766-03E7-4656-91E8-695C53B2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84740-CD93-41D6-95C6-41520D3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Distributed trace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71750" y="2809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24375" y="2809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77000" y="2809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29625" y="2809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FA1FE-93BE-450A-89E3-496B45E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875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875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‏یک درخواست؛ یک داستان قابل دنبال‌کردن</a:t>
            </a:r>
          </a:p>
        </p:txBody>
      </p:sp>
    </p:spTree>
    <p:extLst>
      <p:ext uri="{BB962C8B-B14F-4D97-AF65-F5344CB8AC3E}">
        <p14:creationId xmlns:p14="http://schemas.microsoft.com/office/powerpoint/2010/main" val="25600775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1842A-6BED-47A2-B26F-D735FA18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53B19-3CBA-4923-A3C9-6DA91BF7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‏Liveness با Readiness یکی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06EA8-9D6B-46D1-AE13-4297529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8491C-9B39-47F5-910C-CDF31110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0521C-500A-491D-A6D5-7AC7272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3D636-508C-41A4-A723-1484A633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DC16E-8D17-433D-BEB0-0121BDF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351"/>
          </a:solidFill>
          <a:ln xmlns:a="http://schemas.openxmlformats.org/drawingml/2006/main" w="0">
            <a:solidFill>
              <a:srgbClr val="EF63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A16DB-6A50-4B66-86D1-2B74D47C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‏Liveness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2762-AA45-4CBB-86F4-1489531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process زنده است؟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dependency outage نباید restart-loop بسازد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failure داخلی را نشان می‌دهد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5A97A-165B-40DF-B8BD-F6C53FF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88A6D-DE77-4EB0-8865-5E38138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7EEB0-4439-47D4-AC05-3FA812A5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8F835-0D89-4E90-A577-5ACD50E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آماده‌ی traffic است؟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dependency حیاتی را بررسی می‌کند</a:t>
            </a:r>
          </a:p>
          <a:p xmlns:a="http://schemas.openxmlformats.org/drawingml/2006/main">
            <a:pPr algn="r" rtl="1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از routing خارج می‌شود</a:t>
            </a:r>
          </a:p>
        </p:txBody>
      </p:sp>
    </p:spTree>
    <p:extLst>
      <p:ext uri="{BB962C8B-B14F-4D97-AF65-F5344CB8AC3E}">
        <p14:creationId xmlns:p14="http://schemas.microsoft.com/office/powerpoint/2010/main" val="44318327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D0C51-AE79-4A8F-85D6-A59D4D6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BE0A0-8E03-4936-9832-756B303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‏Trade-off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A555A-DF66-4F08-BDF2-BD4E102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F230A-737E-4C1B-AFC8-C62B6E0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98538-B1F5-4F97-87B0-24596B2C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0B24D-8E5D-4B4B-8DF6-4600139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9E83D-D7F9-4801-8254-ACAD6C0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0101E-A95A-47CE-A7AC-6D84527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‏Independence Gained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06CD0-3927-4613-8BC1-3941924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release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failure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data ownership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change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25B06-1F5A-487D-86B6-3FBBA7D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1FBA6-9C91-4045-8650-7D8EFF32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14450"/>
            <a:ext cx="516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E59C4-9E12-44E6-A135-62325902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225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‏Complexity Added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D4786-E321-4AD2-896C-A78A1DD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196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‏• network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broker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observability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migration</a:t>
            </a:r>
          </a:p>
          <a:p xmlns:a="http://schemas.openxmlformats.org/drawingml/2006/main">
            <a:pPr algn="r">
              <a:def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1650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• on-call</a:t>
            </a:r>
          </a:p>
        </p:txBody>
      </p:sp>
    </p:spTree>
    <p:extLst>
      <p:ext uri="{BB962C8B-B14F-4D97-AF65-F5344CB8AC3E}">
        <p14:creationId xmlns:p14="http://schemas.microsoft.com/office/powerpoint/2010/main" val="87745081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76279-3E5C-4FE3-8E20-708AF71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D7685-266B-4659-94B5-0B49A21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38100" rIns="76200" bIns="38100" anchor="t">
            <a:normAutofit fontScale="99291"/>
          </a:bodyPr>
          <a:lstStyle xmlns:a="http://schemas.openxmlformats.org/drawingml/2006/main"/>
          <a:p xmlns:a="http://schemas.openxmlformats.org/drawingml/2006/main">
            <a:pPr algn="r" rtl="1">
              <a:def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35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‏مدل ذهنی پایانی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61B3B-E7BD-42CE-80FB-A07428F9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 rtl="1">
              <a:def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defRPr>
            </a:pPr>
            <a:r>
              <a:rPr sz="1050" b="1">
                <a:solidFill>
                  <a:srgbClr val="0EA5A4"/>
                </a:solidFill>
                <a:latin typeface="IRANYekan"/>
                <a:ea typeface="IRANYekan"/>
                <a:cs typeface="IRANYekan"/>
              </a:rPr>
              <a:t>‏جلسه ۳ · Reliability +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11E1-0DD7-43C6-8BD0-4F3EF4DF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defRPr>
            </a:pPr>
            <a:r>
              <a:rPr sz="975" b="0">
                <a:solidFill>
                  <a:srgbClr val="52667A"/>
                </a:solidFill>
                <a:latin typeface="IRANYekan"/>
                <a:ea typeface="IRANYekan"/>
                <a:cs typeface="IRANYekan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541D3-97BF-4E3D-B64A-491E2C4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0">
            <a:solidFill>
              <a:srgbClr val="D9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07DDC-F134-4A6C-AF5A-6E2FBF8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2A28D-7752-41F4-8FA5-34A84A5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037A9-F19F-485E-8879-A36E5BD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905000"/>
            <a:ext cx="2895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‏مرز و Ownership را پیدا کن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4DD76-C680-4D95-AFDA-AB0740A2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933DB-6C0B-45C7-B0A4-8F3972F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F8DBE-B640-4B2E-829E-475C1F58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895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‏Failure را طراحی کن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DAF4D-F787-4C40-A9AE-CE47F72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569BC-2DA6-44BA-93A5-6081535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solidFill>
              <a:srgbClr val="23B2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F565-34D0-499B-926E-06A010C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905000"/>
            <a:ext cx="2895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500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‏بعد Deployment را جدا کن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43375" y="2547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15250" y="2547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A5A4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AD7CE-9A9D-4C9C-81E6-08EAE91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68FDF-3B80-4D8F-A42E-A569A70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720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defRPr>
            </a:pPr>
            <a:r>
              <a:rPr sz="1125" b="1">
                <a:solidFill>
                  <a:srgbClr val="102A43"/>
                </a:solidFill>
                <a:latin typeface="IRANYekan"/>
                <a:ea typeface="IRANYekan"/>
                <a:cs typeface="IRANYekan"/>
              </a:rPr>
              <a:t>Repository: github.com/oroumand/SmartShop.Microservices · tags: workshop-00 … workshop-06</a:t>
            </a:r>
          </a:p>
        </p:txBody>
      </p:sp>
    </p:spTree>
    <p:extLst>
      <p:ext uri="{BB962C8B-B14F-4D97-AF65-F5344CB8AC3E}">
        <p14:creationId xmlns:p14="http://schemas.microsoft.com/office/powerpoint/2010/main" val="1708547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2026-08-15T09:37:51.1820000Z</dcterms:created>
  <dcterms:modified xsi:type="dcterms:W3CDTF">2026-08-15T09:37:51.1820000Z</dcterms:modified>
</coreProperties>
</file>